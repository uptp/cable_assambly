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0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b="1"/>
              <a:t>Robot Cale Assembly - 01</a:t>
            </a:r>
            <a:endParaRPr lang="en-US"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p>
            <a:r>
              <a:rPr lang="en-US" sz="3200"/>
              <a:t>Nicolas Miranda</a:t>
            </a:r>
            <a:endParaRPr lang="en-US" sz="3200"/>
          </a:p>
          <a:p>
            <a:r>
              <a:rPr lang="en-US" sz="3200"/>
              <a:t>Capstone Project - Industry 4.0</a:t>
            </a:r>
            <a:endParaRPr lang="en-US" sz="3200"/>
          </a:p>
          <a:p>
            <a:r>
              <a:rPr lang="en-US" sz="3200"/>
              <a:t>2025-2026</a:t>
            </a:r>
            <a:endParaRPr lang="en-US" sz="3200"/>
          </a:p>
        </p:txBody>
      </p:sp>
      <p:pic>
        <p:nvPicPr>
          <p:cNvPr id="4" name="Picture 3" descr="Logo-oficial-uptp-full-colo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985" y="384175"/>
            <a:ext cx="114300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Grippers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sz="half" idx="1"/>
          </p:nvPr>
        </p:nvPicPr>
        <p:blipFill>
          <a:blip r:embed="rId1"/>
          <a:srcRect l="8731" r="8731"/>
          <a:stretch>
            <a:fillRect/>
          </a:stretch>
        </p:blipFill>
        <p:spPr>
          <a:xfrm>
            <a:off x="5629910" y="518795"/>
            <a:ext cx="3281680" cy="2755900"/>
          </a:xfrm>
        </p:spPr>
      </p:pic>
      <p:pic>
        <p:nvPicPr>
          <p:cNvPr id="5" name="Content Placeholder 4"/>
          <p:cNvPicPr>
            <a:picLocks noChangeAspect="1"/>
          </p:cNvPicPr>
          <p:nvPr>
            <p:ph sz="half" idx="2"/>
          </p:nvPr>
        </p:nvPicPr>
        <p:blipFill>
          <a:blip r:embed="rId2"/>
          <a:srcRect t="896" b="2183"/>
          <a:stretch>
            <a:fillRect/>
          </a:stretch>
        </p:blipFill>
        <p:spPr>
          <a:xfrm>
            <a:off x="8571230" y="797560"/>
            <a:ext cx="3371850" cy="5262245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660" y="3274695"/>
            <a:ext cx="4773930" cy="33324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915" y="1313180"/>
            <a:ext cx="3841115" cy="47466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Grippers</a:t>
            </a: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3560" y="358140"/>
            <a:ext cx="4970145" cy="6141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Grippers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sz="half" idx="1"/>
          </p:nvPr>
        </p:nvPicPr>
        <p:blipFill>
          <a:blip r:embed="rId1"/>
          <a:srcRect l="8731" r="8731"/>
          <a:stretch>
            <a:fillRect/>
          </a:stretch>
        </p:blipFill>
        <p:spPr>
          <a:xfrm>
            <a:off x="5629910" y="518795"/>
            <a:ext cx="3281680" cy="2755900"/>
          </a:xfrm>
        </p:spPr>
      </p:pic>
      <p:pic>
        <p:nvPicPr>
          <p:cNvPr id="5" name="Content Placeholder 4"/>
          <p:cNvPicPr>
            <a:picLocks noChangeAspect="1"/>
          </p:cNvPicPr>
          <p:nvPr>
            <p:ph sz="half" idx="2"/>
          </p:nvPr>
        </p:nvPicPr>
        <p:blipFill>
          <a:blip r:embed="rId2"/>
          <a:srcRect t="896" b="2183"/>
          <a:stretch>
            <a:fillRect/>
          </a:stretch>
        </p:blipFill>
        <p:spPr>
          <a:xfrm>
            <a:off x="8571230" y="797560"/>
            <a:ext cx="3371850" cy="5262245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660" y="3274695"/>
            <a:ext cx="4773930" cy="33324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915" y="1313180"/>
            <a:ext cx="3841115" cy="47466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Adaptative Grippers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sz="half" idx="1"/>
          </p:nvPr>
        </p:nvPicPr>
        <p:blipFill>
          <a:blip r:embed="rId1"/>
          <a:srcRect l="8731" r="8731"/>
          <a:stretch>
            <a:fillRect/>
          </a:stretch>
        </p:blipFill>
        <p:spPr>
          <a:xfrm>
            <a:off x="6616700" y="1845945"/>
            <a:ext cx="4670425" cy="3922395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335" y="2140585"/>
            <a:ext cx="4773930" cy="3332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USB Types</a:t>
            </a:r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t="4949" b="395"/>
          <a:stretch>
            <a:fillRect/>
          </a:stretch>
        </p:blipFill>
        <p:spPr>
          <a:xfrm>
            <a:off x="1029335" y="1438910"/>
            <a:ext cx="10250170" cy="5313045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/>
              <a:t>Adaptative Grippers + USB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sz="half" idx="1"/>
          </p:nvPr>
        </p:nvPicPr>
        <p:blipFill>
          <a:blip r:embed="rId1"/>
          <a:srcRect l="8731" r="8731"/>
          <a:stretch>
            <a:fillRect/>
          </a:stretch>
        </p:blipFill>
        <p:spPr>
          <a:xfrm>
            <a:off x="838200" y="1825625"/>
            <a:ext cx="5181600" cy="4351655"/>
          </a:xfrm>
        </p:spPr>
      </p:pic>
      <p:pic>
        <p:nvPicPr>
          <p:cNvPr id="3" name="Content Placeholder 2"/>
          <p:cNvPicPr>
            <a:picLocks noChangeAspect="1"/>
          </p:cNvPicPr>
          <p:nvPr>
            <p:ph sz="half" idx="2"/>
          </p:nvPr>
        </p:nvPicPr>
        <p:blipFill>
          <a:blip r:embed="rId2"/>
          <a:srcRect l="2342" r="31429"/>
          <a:stretch>
            <a:fillRect/>
          </a:stretch>
        </p:blipFill>
        <p:spPr>
          <a:xfrm>
            <a:off x="6344285" y="1825625"/>
            <a:ext cx="5262880" cy="4351655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/>
              <a:t>Adaptative Grippers + Plugs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sz="half" idx="1"/>
          </p:nvPr>
        </p:nvPicPr>
        <p:blipFill>
          <a:blip r:embed="rId1"/>
          <a:srcRect l="8731" r="8731"/>
          <a:stretch>
            <a:fillRect/>
          </a:stretch>
        </p:blipFill>
        <p:spPr>
          <a:xfrm>
            <a:off x="838200" y="1825625"/>
            <a:ext cx="5181600" cy="4351655"/>
          </a:xfrm>
        </p:spPr>
      </p:pic>
      <p:pic>
        <p:nvPicPr>
          <p:cNvPr id="6" name="Content Placeholder 5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35065" y="1920875"/>
            <a:ext cx="5564505" cy="3528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/>
              <a:t>Grippers + Cable</a:t>
            </a:r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2"/>
          </p:nvPr>
        </p:nvPicPr>
        <p:blipFill>
          <a:blip r:embed="rId1"/>
          <a:srcRect l="5170"/>
          <a:stretch>
            <a:fillRect/>
          </a:stretch>
        </p:blipFill>
        <p:spPr>
          <a:xfrm>
            <a:off x="6174740" y="1920875"/>
            <a:ext cx="5497195" cy="3934460"/>
          </a:xfrm>
          <a:prstGeom prst="rect">
            <a:avLst/>
          </a:prstGeom>
        </p:spPr>
      </p:pic>
      <p:pic>
        <p:nvPicPr>
          <p:cNvPr id="7" name="Content Placeholder 4"/>
          <p:cNvPicPr>
            <a:picLocks noChangeAspect="1"/>
          </p:cNvPicPr>
          <p:nvPr/>
        </p:nvPicPr>
        <p:blipFill>
          <a:blip r:embed="rId2"/>
          <a:srcRect t="896" b="2183"/>
          <a:stretch>
            <a:fillRect/>
          </a:stretch>
        </p:blipFill>
        <p:spPr>
          <a:xfrm>
            <a:off x="296545" y="1208405"/>
            <a:ext cx="3700145" cy="5774690"/>
          </a:xfrm>
          <a:prstGeom prst="rect">
            <a:avLst/>
          </a:prstGeom>
        </p:spPr>
      </p:pic>
      <p:pic>
        <p:nvPicPr>
          <p:cNvPr id="4" name="Content Placeholder 3"/>
          <p:cNvPicPr>
            <a:picLocks noChangeAspect="1"/>
          </p:cNvPicPr>
          <p:nvPr>
            <p:ph sz="half" idx="1"/>
          </p:nvPr>
        </p:nvPicPr>
        <p:blipFill>
          <a:blip r:embed="rId3"/>
          <a:srcRect l="8731" r="8731"/>
          <a:stretch>
            <a:fillRect/>
          </a:stretch>
        </p:blipFill>
        <p:spPr>
          <a:xfrm>
            <a:off x="3764280" y="3724275"/>
            <a:ext cx="3350260" cy="2813685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</Words>
  <Application>WPS Presentation</Application>
  <PresentationFormat>Widescreen</PresentationFormat>
  <Paragraphs>22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Office Theme</vt:lpstr>
      <vt:lpstr>PowerPoint 演示文稿</vt:lpstr>
      <vt:lpstr>PowerPoint 演示文稿</vt:lpstr>
      <vt:lpstr>Grippers</vt:lpstr>
      <vt:lpstr>Grippers</vt:lpstr>
      <vt:lpstr>Grippers</vt:lpstr>
      <vt:lpstr>Adaptative Grippers</vt:lpstr>
      <vt:lpstr>Adaptative Grippers</vt:lpstr>
      <vt:lpstr>Adaptative Grippers + USB</vt:lpstr>
      <vt:lpstr>Adaptative Grippers + Plugs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Nicolas Miranda</dc:creator>
  <cp:lastModifiedBy>Nicolas Miranda</cp:lastModifiedBy>
  <cp:revision>4</cp:revision>
  <dcterms:created xsi:type="dcterms:W3CDTF">2025-07-23T00:59:00Z</dcterms:created>
  <dcterms:modified xsi:type="dcterms:W3CDTF">2025-10-13T02:21:56Z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66818E0CFDEE4D4596F2BF2E5BD03389_11</vt:lpwstr>
  </property>
  <property fmtid="{D5CDD505-2E9C-101B-9397-08002B2CF9AE}" pid="3" name="KSOProductBuildVer">
    <vt:lpwstr>1033-12.2.0.23131</vt:lpwstr>
  </property>
</Properties>
</file>