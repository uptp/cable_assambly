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9" r:id="rId4"/>
    <p:sldId id="272" r:id="rId5"/>
    <p:sldId id="273" r:id="rId6"/>
    <p:sldId id="258" r:id="rId7"/>
    <p:sldId id="261" r:id="rId8"/>
    <p:sldId id="260" r:id="rId9"/>
    <p:sldId id="262" r:id="rId10"/>
    <p:sldId id="264" r:id="rId11"/>
    <p:sldId id="265" r:id="rId12"/>
    <p:sldId id="266" r:id="rId13"/>
    <p:sldId id="268" r:id="rId14"/>
    <p:sldId id="267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1:15"/>
    </inkml:context>
    <inkml:brush xml:id="br0">
      <inkml:brushProperty name="width" value="0.09701" units="cm"/>
      <inkml:brushProperty name="height" value="0.09701" units="cm"/>
      <inkml:brushProperty name="color" value="#1b7ccb"/>
      <inkml:brushProperty name="ignorePressure" value="0"/>
    </inkml:brush>
  </inkml:definitions>
  <inkml:trace contextRef="#ctx0" brushRef="#br0">5539.395 9254.395 767,'0.000'-11.332'0,"0.000"-0.824"-4,0.000 0.870 2,0.388-10.615-1,0.626 6.530 2,0.768-6.753-2,0.169-1.826 1,-0.403 2.271-1,-0.125-2.889 0,-0.051-3.811 2,-0.235 0.920 0,-0.303 4.055-1,-0.178 1.477 1,-0.159 1.112-1,-0.138 0.801 1,-0.502-1.038 7,-0.719-2.220-3,-0.632-3.719-2,-0.233 0.268-3,0.638 6.408 1,0.565 1.408-1,0.537-2.505 0,0.426 2.263 1,0.241 2.121 3,0.104 1.876 3,0.008-0.630-3,-0.053-2.186-2,-0.205 3.341 0,-0.065 0.305 0,-0.069 0.688-1,-0.006-3.112 1,-0.097-0.050 0,-0.098 1.463 0,-0.058-0.426 3,-0.054 1.631-3,-0.031-0.057 0,-0.025-5.289 0,-0.031 0.595 0,-0.010 5.898-1,-0.007 0.816 2,-0.014-2.959-1,-0.002 1.736 0,0.004 1.597 2,0.003-0.361 1,0.005 0.947-2,0.003-0.318-2,0.003 0.085 1,0.003 0.352-1,-0.003-9.720 1,0.008 4.360 0,0.004 1.219 2,0.002 1.493-1,0.000 0.301 0,0.000-1.704-1,0.000 2.606-1,0.000-2.099 2,-0.001-4.893-1,0.000 7.962-1,0.000-9.346-1,0.000 9.793 1,0.000-8.329 0,0.000 2.945 4,0.000 2.313-2,0.000 1.694-1,0.000 0.869 0,0.000-2.966 1,0.000-7.124-2,0.516-1.448-1,0.807 9.988 1,0.139 1.542 1,0.136-0.002-1,0.005 0.145 1,0.294-2.488-1,-0.251 1.030 0,0.602-6.811 2,-0.922 5.062 2,-0.570-0.196 0,-0.633 0.608 0,-0.194 2.392-5,-0.037-3.827 1,0.008-2.499 0,0.439 6.908 0,0.634-0.146 0,0.565-0.709 0,0.179 1.096 0,1.560-6.928 0,-0.764 5.369 3,0.220-1.937 0,2.904 4.560 0,1.262-0.064-1,-0.769 0.457-1,-0.580-4.697 0,-3.473-0.923-1,-0.988-3.907 0,-0.760-0.537 0,-0.429 2.361 0,-0.091 5.093 1,-0.033 0.653 3,-0.063-3.134-2,0.124-1.101-1,0.119 1.551-1,0.025-2.982 1,0.018 0.506-1,0.008 3.371 0,0.006-1.793 0,-0.005 3.981 5,-0.003-2.397-2,-0.003-2.006-2,-0.939 2.122-2,-2.005-0.114 1,-0.777-2.277 1,0.637 0.880 0,1.037 2.233-1,0.610-2.476 0,1.191 3.186 0,0.654 0.310 2,-0.887 0.432 0,-6.282 1.885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1:22"/>
    </inkml:context>
    <inkml:brush xml:id="br0">
      <inkml:brushProperty name="width" value="0.09701" units="cm"/>
      <inkml:brushProperty name="height" value="0.09701" units="cm"/>
      <inkml:brushProperty name="color" value="#1b7ccb"/>
      <inkml:brushProperty name="ignorePressure" value="0"/>
    </inkml:brush>
  </inkml:definitions>
  <inkml:trace contextRef="#ctx0" brushRef="#br0">5539.395 7390.395 767,'11.472'0.000'0,"1.955"0.000"0,-2.421 0.000 0,2.520 0.000 0,-1.810 0.000 0,5.191 0.000-11,-3.012 0.000 11,0.674 0.000 0,1.640 0.000 0,-3.333-0.636-2,-0.672-1.059 1,0.579-1.065-1,-1.014-0.412 2,-0.676-0.276 0,6.952-2.795 2,-5.320 1.290 1,-0.676-4.239 0,-2.823-5.075-1,-1.943 1.622-2,6.778-5.524-3,-4.067 7.592 2,0.321-0.037-1,-0.554 0.242 1,-1.073 0.440-1,-1.326 0.535 1,-0.947-0.847 1,-1.587-0.189 4,0.679-9.655-2,-3.071 7.313-2,0.886-3.600 0,0.322-1.417-1,-0.062 0.084-1,-0.303 1.039 0,-0.292 1.589 0,0.233-0.763 1,-0.034 0.042 0,-0.213 0.583 3,-0.321 0.914-2,-0.375 1.084-1,-0.076-3.027 1,-0.547-0.967 3,-0.620 3.349 0,-0.277 0.558-4,-0.233 0.783 0,-0.188 0.889 0,-0.146-1.231 0,-0.149 1.386 3,-0.142-4.999 1,-2.901 2.114-1,-4.708-3.560 0,-2.530 1.125-3,-1.912-0.649 0,5.067 7.135 0,-0.898-0.880 0,-1.324-0.703 0,-1.532-0.541 0,-2.357-2.009 0,-2.774-2.882-1,-1.340-1.720 0,-0.291-0.832 0,-0.339 0.236-1,-0.352 0.944 1,-0.979-0.392-1,2.094 2.007 1,3.053 2.963 4,0.970 0.885-1,-0.162-0.236 0,1.334 1.304 6,2.645 2.923-6,0.979 1.406 0,-5.473-3.750 1,1.585 2.518 2,-0.592 2.347-2,-1.891 2.062-2,3.435 2.661-1,-1.426 1.787 2,0.780 1.325 2,-3.582-0.833-2,3.696-0.229-2,0.488-0.036 1,-4.601 1.457-2,4.389 2.306 2,-0.335 1.786-1,-1.492 2.323-1,-1.403 1.101 0,-1.259 0.208 0,-1.088 0.397 1,-0.906 0.502-1,-0.729 0.931 0,-0.567 1.165 2,-0.811 1.253-1,-0.927 1.239 0,0.212 0.350 0,0.971-0.272 0,1.842-0.676 0,2.322-0.910 0,-0.907 1.458 0,1.886-1.566 1,4.323-3.012 5,1.732-0.255 1,1.689 0.049-6,1.560 0.251 2,0.573-0.045-1,-0.127-0.242 1,-4.143 10.177-2,4.528-9.909 0,-0.703-0.243 0,-0.159 0.055 0,0.220 0.252 0,-0.478 2.808 0,0.927 0.384-1,1.535-2.289 1,0.642 0.208 0,-0.689 9.466 0,1.359 4.220 0,1.480-11.556 0,0.289-1.076-1,0.195-1.224 0,0.283 6.935 0,0.091-1.275 1,-0.023 0.607 3,-0.143-4.423-1,-0.039 1.756-3,-0.065 2.118 2,0.883 0.802 1,0.809-6.292-3,1.235 0.719 0,3.946 6.338-1,-0.060-5.530 1,1.506 0.740 0,0.981 0.830-1,0.562 0.854 2,0.236 0.832 0,-0.007 0.776-2,-2.466-4.354 0,0.219-0.438 1,4.850 5.912 0,-0.643-1.727 0,-1.070-1.867 1,-1.276-1.832 1,-1.325-1.685 0,-1.212-1.385 0,2.796 4.550-1,-3.555-1.880 7,7.258-5.491 3,-2.431-6.199-11,0.139-0.450-1,5.161 0.867 0,0.600 0.899 2,-4.385-0.264-1,-0.429-0.019-1,-0.847-0.123 1,8.292 0.818 0,-4.960-0.836 2,0.117-0.426 3,-0.584-0.760-3,-0.990-0.324 1,-2.437 0.042-2,1.409 0.006-1,-0.536 0.056 1,1.522-3.605 2,-1.992-1.859-3,0.488-1.234 1,0.751-2.012-1,-4.327-1.246 0,1.402 3.970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2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5505.353 6551.353 767,'-6.691'0.000'0,"0.669"0.000"0,-1.691 0.000-5,-2.722 1.707 3,3.067 0.389 1,-1.381 0.880-1,-1.675 0.344 0,-1.741-0.024 0,1.040 0.266 0,0.544 0.996-1,0.193 0.789 2,-0.055 0.602-1,-3.183 1.400 1,-1.044-0.607 2,2.702-1.486-1,0.320-0.102-2,1.037-0.540 1,0.764-0.495 1,0.830-0.569-1,-0.441-0.236 2,0.823-0.745 1,1.805-0.409 0,1.044 0.157 0,-0.295 0.466 1,0.561-0.278 2,-1.788 3.700-3,0.928 3.514-2,0.718-1.383-1,-1.308-3.237 1,-1.976 0.114 0,3.319-1.390 0,-0.271 0.466-1,-0.119 0.324 0,-1.070 0.666-1,-0.049-0.417 1,1.437-1.373 1,-0.031-0.449-1,0.249-0.040 0,0.435 0.255 2,-4.295 5.319 1,5.196-3.921-1,-2.481 3.086-1,1.509-2.557 0,1.648 0.379 0,-0.192 2.354 2,-3.046 4.545 0,2.686-4.563-4,0.614-0.588 0,0.346 0.088 1,0.417 0.811-1,0.439 1.252 0,0.284 1.877 4,0.480 0.172-2,0.095-0.394-2,-0.159-0.727 1,-0.310-0.887-1,-0.195-0.082 2,0.123-0.504 2,0.234-0.332-1,0.459-1.611-1,0.208-0.211 1,-0.188-0.158-1,-0.445-0.113 1,-0.204 0.729 1,-0.029 1.255 0,0.278-0.365-2,0.125 0.335-1,-0.595 2.378-1,-0.477-0.111 0,0.428-2.387 0,0.044-0.260 1,0.128-0.259 2,0.182-0.246-1,0.104 0.246 0,0.261-0.457 2,0.256-0.481-1,0.145 1.104 0,0.274 0.437-1,0.228 0.618 1,0.180 0.688-1,0.140-0.792-1,0.084-0.008 1,0.061-0.135-1,0.042-0.213 0,0.036 0.463 0,0.015-0.659 0,0.004-0.720 1,-0.004-0.705-1,-0.009-0.644 2,0.042 4.890 4,-0.048-1.025-2,-0.034 0.174-3,-0.026-4.199 0,-0.004 0.926 0,-0.003 0.744-1,-0.002 0.578-1,-0.001 0.431 1,-0.001 0.521-1,0.000-0.047 0,0.000-1.189 1,0.000-0.188 1,0.000 2.182 0,0.000 0.380 2,0.433-1.001 0,0.688-0.944-2,0.810-1.188 0,0.837-1.270-1,1.777 2.633 1,-0.709-1.545 1,0.075-0.231 1,-0.013-0.468-1,-0.065-0.569-1,-0.091-0.557 0,-0.099-0.500-1,3.368 3.659 1,-2.051-2.333 1,-1.432-0.616 0,0.798 2.924 2,3.419 0.004-3,-2.695-4.015 0,0.708 0.413-1,0.537 0.391 0,0.391 0.353-1,2.012 0.984 0,1.608 0.222-1,-0.672-1.180 1,0.447-0.498 0,0.249-0.627 1,0.353-0.561 1,-0.279-0.733-1,-0.421-0.300 1,-0.492 0.010 0,-1.544-0.239-1,-0.503 0.155 4,-0.489 0.196 1,0.789 0.375-4,0.260-0.208 1,0.517 0.904-1,-0.865 1.004 0,-2.374-1.407 0,0.220-0.037 0,2.802 1.250 1,0.190-0.572-1,-0.869-0.992 0,-0.081-0.577 0,0.849 0.339 0,0.118-0.044 0,-0.189-0.227 1,-0.270-0.271 0,-0.688-0.407-1,-0.760-0.414-1,-0.755-0.391 0,4.187 0.350 1,1.326-0.935 2,-5.293-0.625-2,-0.019-0.107 0,5.658-0.143 1,-0.813-0.111-3,0.225-0.010 0,-5.002 0.116 1,0.390 0.013 5,0.626 0.010-2,-0.078 0.015-3,-0.226 0.014 0,-0.819 0.014 0,5.773-0.005 1,-5.712 0.025 2,0.304 0.003-1,1.452 0.003 0,0.389 0.002-3,0.307 0.001 0,-0.814 0.000 1,-0.046 0.000 0,-0.930 0.000 1,-0.067 0.000 0,1.579-0.479 0,-0.184-0.750 2,-0.711-0.869-1,-0.996-0.880-1,-1.113 0.019 0,3.103-1.916 0,0.573 0.138 1,0.512-1.427 1,-0.099 0.125-3,-1.119 2.127 2,1.307-2.836-1,-1.540 1.008-1,-2.937 2.042 1,0.238-0.272 0,2.172-1.515-3,0.273 0.122 2,1.612-0.432-1,0.173 0.678-1,0.061 0.778 3,-1.789 0.567 1,-0.667-0.496-1,0.083-1.474 0,-1.193-0.694-1,-1.178-0.604 4,-0.010-1.331-1,-0.108 0.109-2,0.265 0.368-1,1.140-2.112 0,-0.050-0.030 1,-2.077 2.989 0,-0.241-0.729 4,-0.831 1.222-3,0.130-0.628-2,-0.012-1.167 0,-0.119-1.528 0,0.041-1.256-1,0.158-1.007 1,0.899-4.793-2,-0.232-0.692 0,-1.429 5.961 0,-0.195 0.205 1,0.980-3.936 0,0.675-0.300 0,0.301 0.219 1,0.021 0.579 1,-0.180 0.808 6,-0.314 0.933-8,-0.757 2.140 1,-0.330 0.281-1,-0.339 0.128 3,-0.333 0.010 4,-0.317-0.333-1,-0.293-0.576-4,-0.060-3.966 1,-0.381 0.405-2,-0.307 0.886 0,-0.237 1.152-1,-0.176 1.258 1,-0.151-0.513-1,-0.099 1.115 2,-0.049 0.868 0,1.261-1.209 3,0.524 4.090 0,0.403-0.931 1,0.584-2.014-2,0.092-0.403-2,0.573-2.826-1,-0.299 0.436-1,-1.498 5.711 0,-0.461 0.550 1,-0.363-1.036 0,-0.417-0.351 1,-0.388-1.771 2,-0.289-0.582 3,-0.489-0.219-3,-0.610 0.049-4,-0.955-2.330-1,-0.174 0.727 2,0.925 4.929 0,-0.259-0.359 0,-1.630-5.277 2,-0.001 0.286 2,0.251 0.771-4,0.399 1.034-1,0.467 1.135 1,0.480 1.122 0,-0.629-0.554 0,-0.766 2.447 1,-1.018 0.399 8,-0.978 0.035 1,1.283 1.619-11,0.138-0.073 1,-1.489-2.720-1,0.858 0.617 0,-1.372-1.580 4,-2.009-1.959-1,-0.902-0.187-4,-0.556 0.351 0,2.768 3.109 1,-0.072-0.228-1,-1.029-0.939 1,0.023 0.491 1,-1.991-0.854 0,0.060 1.371 3,0.118 1.424-1,0.441 1.353 2,0.615 1.208-2,0.681 1.026-1,-2.476 0.205 0,3.810 1.498 3,0.311 0.396-1,-5.247 0.397 2,4.880 0.124-3,-2.641 0.141-2,-0.269 0.031-1,0.210-0.008 1,2.081-0.095-1,0.190-0.028 1,-0.837-0.001 0,0.430-0.044 1,0.464-0.042 2,0.565-0.042 0,0.208-0.031-1,-0.697-0.023-1,-0.134-0.025 1,-0.205-0.020 0,0.256-0.014 0,-0.279-0.008-2,-0.296-0.005-1,-0.528-0.004 1,0.285-0.001 1,0.438 0.000-1,-3.864 1.204 1,5.139 0.436 1,0.416 0.479 0,-4.264 3.052 1,1.045 1.012-2,0.777-0.742-1,2.000-1.985 2,-0.819 1.552 1,1.459-2.467-1,-1.635 0.266-1,-1.504 0.284-1,1.208-0.008 0,-0.325 0.924-1,-1.186 1.093-1,-0.003 0.099 1,-1.050 0.534-1,0.798-0.669 3,0.958-0.827 0,0.979-0.857 1,1.431-0.892 0,-2.503 0.624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2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5545.353 7437.353 767,'0.000'-6.192'0,"0.000"0.181"0,0.000-0.717 0,2.147 13.229-2,-0.637 0.389 0,0.129 1.054-1,-0.057 0.298 1,-0.139-0.052 0,0.825 2.906-2,-0.087-1.549 2,0.083 0.875 2,0.576 0.631 0,0.722-0.268-1,0.828-0.592 0,0.622-0.130 0,-0.172-0.946-1,-0.466-0.934 2,-1.272-2.098-1,-0.429-0.309 1,-0.006 1.313 4,-0.627 0.032-1,-0.552 0.135 0,-0.417 0.429-2,-0.425-0.450-2,-0.315-0.567 0,-0.220-0.589 0,-0.263 4.493 1,0.475-1.549-1,3.824 1.002 1,-0.932-4.455 0,0.118 0.122 0,-0.169 0.002 1,-0.341-0.258-1,1.519 4.152 1,-1.697-1.872 0,-1.337-1.321 0,-0.812 1.407 0,-0.461 2.845-1,-0.221 0.450 0,-0.040-0.347-1,0.062-1.372-1,0.048 0.701 1,0.050-0.730 5,0.027 1.250-3,0.025 0.882-2,0.017-0.715 1,0.007-0.377-1,0.001 0.529 3,-0.002 0.947-4,-0.004-5.222 1,0.000 0.489 0,0.000 3.618 0,-0.001 1.855 1,0.000-5.359 0,0.000-0.707 1,0.000 0.003 1,0.000 5.269-3,0.000 0.224 3,0.000-5.217-2,0.000 0.035 0,0.000-0.577 0,0.000-0.184 0,0.000 5.240-1,0.000-1.663 1,0.000-1.618 0,0.000 0.207 0,0.000-1.369 1,0.000 2.061 2,0.000 1.088-3,0.000-1.381-1,0.000 1.639-1,0.000 0.810 1,0.000 0.631 2,0.000-1.104-1,0.000-1.016 0,0.000-1.498-1,0.000-1.113 1,0.000-0.693 0,0.000-0.049-1,0.000 0.386 1,0.000 0.260 0,0.000 0.238 1,0.000-0.354-1,0.000 0.894 1,0.000 1.047 1,0.000 0.674-2,0.000 0.646-1,0.000-0.612 0,0.000-1.138 2,0.000-0.997-1,0.000 1.033-1,0.000 3.802 1,0.000-5.947 0,0.000-0.189 0,0.000 5.104-1,0.000-1.679-1,0.000 0.172 0,0.000 0.130 5,0.000-1.438 0,0.000-0.358-4,0.000 0.259 2,0.000 2.791-1,0.000-4.618 0,0.000 0.550-1,0.000 0.481 0,0.000 0.401 0,0.000-1.434 0,0.000 0.120 1,0.000 1.757-1,0.000-0.042 0,0.000 1.839 2,0.000 1.503 0,0.000-1.404-1,0.000 0.641-2,0.000 0.451 0,0.000-0.408 1,0.000-0.687-1,0.000-1.045 2,0.000-0.995-1,0.000-0.994 1,0.000-0.934 1,0.000 4.390 2,0.000-1.481 1,0.000-1.082-1,0.000 1.094-2,0.000-0.028-1,0.000 3.381 1,0.000-5.356-2,0.000-0.255-1,0.000-0.448 1,0.000 4.101 0,0.000 1.264 1,0.000-3.193 3,0.000-1.775-2,0.000 0.071-1,0.000-0.088-1,0.000-0.179 1,0.000-0.222-1,0.000 5.596-1,0.000-2.227 0,0.000 1.962 7,0.000-0.741-5,0.000-3.790 0,0.000 0.098 0,-0.388-0.273-1,-0.627-0.110 1,-0.363-0.097 0,-0.164-0.082-1,-0.370 1.387 1,0.153-0.201 0,0.366-0.918 0,0.234-0.163 0,0.202 0.221 1,0.239-0.096-1,0.207-0.073 0,0.170-0.055 0,0.137-0.535-1,0.049 5.406 0,0.189-1.145 1,0.069-0.906 3,0.004-0.595-2,-0.024 0.373-1,-0.032-0.116 0,-0.023-0.260 1,-0.015-0.364-1,-0.009 1.896-1,-0.007-0.110 0,0.000-4.152 2,0.000 1.121-1,0.000 0.188-1,0.000-0.091-1,0.000-0.253 1,0.000-0.332 0,0.000-0.074 1,0.000-0.108-1,-2.332 3.015 1,-0.840-3.557 3,-0.441-0.027-1,-0.016-0.089-3,0.257-0.121 1,0.413-0.134 0,-1.427 4.282-3,1.741-2.136 2,1.331-1.967 2,0.825 0.724 2,0.739 0.979 0,-0.022-1.426-2,-0.012 2.077-1,-0.081-0.006-1,-0.059 0.428 1,-0.037 0.742 0,-0.025 0.149-1,-0.014 0.092-1,-0.006-0.944 0,-0.001-1.586 1,0.000 1.719 4,0.005-1.197-1,0.002-0.612 0,0.001-0.959-2,0.000 1.646-2,0.000-0.926 1,0.000 0.396-1,0.000 1.919 7,0.426-1.874-3,0.828-0.879-3,2.038 1.076 0,0.628-1.723 0,-1.680 2.226 0,-1.251-1.768 1,-0.225 0.624 0,-0.204 0.341-1,-0.176-0.349 0,-0.136-0.580 0,-0.036 4.104-1,-0.214-2.781 2,-0.118 0.604 3,0.009 0.506 0,0.052-0.862-1,0.058-1.488-3,0.837-0.392 1,3.660-1.945 0,-0.229 0.211 0,0.831-0.851 0,1.050-3.453 2,1.011-2.864-1,-3.753-3.515-2,-1.632 0.469 1,-0.064-1.450-3,-0.313 0.198 2,-0.314 0.772 0,0.264-3.210-1,-0.693 2.646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2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5584.353 7464.353 767,'0.000'7.279'0,"0.000"0.322"0,0.000 0.868 0,0.000 0.144 0,0.000-0.087 0,0.000-0.260 0,0.000-0.987-13,0.000 0.829 17,0.000-0.888-3,0.000 1.386-2,0.000-0.325 0,0.000 1.538-1,0.000 2.129 0,0.000 0.263 0,0.000-0.232 0,0.000 1.535-1,0.000 0.619 2,0.000-0.037 1,0.000 2.928-3,0.000 2.048 1,0.000-1.596 1,0.000-0.444 2,0.000 1.741-4,0.000-0.007 0,0.000-4.334 0,0.000-0.788 6,0.000 2.525-1,0.000-0.764-2,0.000 0.155 1,0.000-1.644 4,0.000-4.340-5,0.000-0.203 1,0.000 2.985 2,0.000-0.842-1,0.000-1.836-2,0.000-0.739 1,0.000 0.104-1,0.000-0.704 2,0.000-1.380-1,0.000-0.567 1,0.000 5.318-1,0.000-1.292 0,0.000-2.159-1,0.000-0.293 0,0.000 0.017 0,0.000 0.541-1,0.000-0.687 1,0.000-0.726 0,0.000-0.563 0,0.000-0.326-1,0.000 0.349 1,0.000 0.665 0,0.000 0.328 1,0.000 0.783-1,0.000 0.042 1,0.000-0.827 0,0.000 0.023-2,0.000 2.158 0,0.000 1.266 1,0.000-4.450 0,0.000 0.520 0,0.000 1.363-1,0.000-0.127 0,0.000-0.375-1,0.000-0.506 1,0.000-0.552 0,0.000-0.541 0,0.000 4.520 1,0.000-0.065 1,0.000-0.689 6,0.000 0.089-6,0.000 0.705-2,0.000 2.050 0,0.000-4.898 1,0.000-0.435-1,0.000 0.184 1,0.000 0.925-2,0.000-0.127 1,0.000-1.958 0,0.000-0.262 2,0.000-0.268 0,0.000 0.646-1,0.000-0.403 1,0.000 6.200-1,0.000-5.348 1,0.000-1.107 0,0.000 0.374-1,0.000 0.386-1,0.000 0.258 0,0.000 0.154 0,0.000 1.772 0,0.000-0.375 0,0.000-0.560 1,0.000-1.168 0,0.000-0.237 1,0.000-0.173 0,0.000-0.118-1,0.000 4.493 2,0.000 1.031-1,0.000-5.752-1,0.000 4.424 0,0.000 0.289 0,0.000-3.832-1,0.000 0.602 1,0.000-0.586-1,0.000 0.161 1,0.000-0.006-1,0.000-0.125 1,0.000-0.205-1,0.000 1.310 1,0.000-0.553 0,0.000-0.600 0,0.000-0.980 1,0.000 4.801 0,0.000-0.058 1,0.000-2.188 0,0.000-1.240-2,0.000-0.161 1,0.000 3.250-2,0.000-3.780 0,0.000-0.412 1,0.000 4.484-2,0.186-3.838 2,1.639 0.236-1,1.521 4.851 3,-1.640-5.204 0,-0.132 0.179-4,-0.187 0.021 1,-0.211-0.089 0,-0.125 0.576-1,-0.252-0.425 1,-0.221-0.483-1,-0.184-0.482 1,-0.012 4.851 2,-0.301-4.869 0,-0.093 2.847 1,-0.085 2.449 4,-0.011-0.662-6,0.020-0.450-1,0.012 2.438 0,0.047-5.229 1,0.008 0.027-1,0.007-0.046 1,0.006-1.251-1,0.000 4.843-1,0.008-1.963 0,0.005-0.216 6,0.001-0.957-1,-0.001-0.324 0,-0.001 0.311-3,-0.001-0.771-1,0.000 0.791 1,-0.001 1.040 0,0.000-1.392-1,0.000-1.566 1,0.000 1.282-1,0.000 2.833 1,0.000 1.426 0,0.000-0.039 0,0.000-2.039-2,0.000 1.901-1,0.000-1.787 7,0.000-1.975-2,0.000-1.431-3,0.000-0.070 2,0.000 0.360 0,0.000 2.076 1,0.000-1.727-1,0.000 1.225-2,0.000 3.625-2,0.000-5.234 3,0.000-0.433-1,0.000 4.202 0,0.000-2.357-1,0.000-1.733 1,0.000 1.253-1,0.000 0.815 4,0.000-1.214 3,0.000 2.699-3,0.000 0.566-3,0.000-4.146 1,0.000-0.006 0,0.000 0.224-2,0.000 4.049 0,0.000-3.184 2,0.000-0.708 1,0.000-0.066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2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5505.353 6987.353 767,'-6.353'2.912'0,"2.292"3.149"-6,-0.855 3.053 5,2.208-2.435-1,0.370-0.272 2,-1.061 3.882 1,1.530-4.115-4,1.536-13.287 7,0.331 0.283-5,-0.003-1.876 0,0.000 0.667 0,0.001 1.424 1,2.036-0.521-1,4.654 6.239 5,-2.944 7.866-3,-2.884 0.446-2,-0.760-1.236 1,-0.132 1.466 0,-0.015-0.557 0,-0.007 1.530-1,0.005-0.195-1,0.003 0.336 0,-0.383 0.510 0,-0.621 0.597 0,-1.162-0.185 0,-1.459-0.702 2,-1.962 0.285 0,-0.190-2.058-1,0.404-2.086 0,-3.109-0.356 2,1.839-6.879 2,4.870-4.908-1,2.897-1.650 1,1.901-0.049-2,0.753-1.605-2,2.946-0.516 0,-1.840 4.879 1,-0.084 0.624 0,-0.500 0.877 7,1.958-1.509-12,-9.901 12.060 9,1.293 2.696-3,-3.679 1.044-2,1.324-3.712-4,-0.238-0.184 4,0.060-0.381 0,0.237-0.469 0,-2.643 2.259-1,2.561-3.470 1,1.271-9.510 9,3.789-1.667-4,-0.095-2.974-6,-0.097 1.439 0,-0.020-2.012 0,0.149 1.089 0,0.272-0.041 1,0.335 0.307-1,0.362 0.532 0,0.949-0.411 0,0.793 1.440 0,-0.057 1.626 2,-0.012 0.551 0,0.993-0.210 4,0.495 1.178 2,3.083-0.805-4,0.207 3.775-2,-3.508 8.269 3,-4.055 2.085-2,-0.241-0.286-2,-0.084 5.308-1,0.111-4.186 0,0.018 0.633 0,0.021 0.382 0,-0.368-0.605 0,-0.581-0.635 0,-0.661-0.794 0,-1.083-1.567 1,-1.513-1.168 12,-0.098-1.085-12,-0.095-0.206 0,-1.241-0.010 0,-1.046-0.632-1,-0.834-0.544 6,0.749-0.968-4,-3.151-0.384-1,4.232-4.614 2,9.935-2.883 2,0.461 0.708-1,1.411-4.141-3,-1.410 1.590 0,1.906-1.295-1,2.213-0.656-1,2.388-0.612 0,0.503 1.106 6,-2.185 2.623-2,-0.194 1.047-13,0.914 0.713 11,-1.486 1.830 3,-1.658 1.680 0,2.321 2.941 3,-4.893 3.653-3,-3.027 5.057 0,-1.309-4.077-1,-0.174 1.812-1,-0.103 0.852 0,-0.063 0.771-1,-0.030 0.463-1,-0.179 1.191 0,-0.203-0.584-1,-0.226-0.883 2,-0.225-1.017 0,-0.209-1.032 0,-0.184-0.971 0,-0.155-0.864 1,-0.977 2.780 0,-0.474 0.142 2,-2.496-1.896 5,-3.232-3.099 0,-2.117-3.086-9,2.504-3.471 1,3.259-2.465 0,2.629-1.413 1,1.705 0.369 1,0.585-3.770-1,0.289 1.979 0,0.084-2.811 0,0.043-1.430-2,0.286 1.432-1,0.511-1.132 1,1.248-4.347-1,0.752 1.063 1,0.579 1.908 0,-0.542 4.540 1,0.408 1.310 0,1.053-0.808 3,-0.197 0.232-3,-0.355 0.698 5,-0.593 1.247 4,1.440-1.740-4,-0.830 14.250 0,-3.993 0.838-6,-0.055 1.039 1,-0.005 0.547-1,-0.001 1.614 0,0.001 0.919 1,0.018-0.921-1,0.021-1.538 0,0.021-1.789 1,-0.021 2.154 3,0.072-16.706 3,0.030-0.509-1,-0.002 0.549-2,-0.001-0.363-5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2:1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5505.353 6987.353 767,'0.000'6.082'0,"-3.562"-0.871"-4,-3.014-3.748 4,-3.443 2.947-3,4.979-0.593 2,-2.874 3.522 2,3.104-2.211-3,2.729 0.851 9,2.081 0.625-9,0.000 0.264 0,0.000-0.521 1,0.000-0.084 0,-3.414 1.266 3,-6.841-1.279-3,1.978-1.551-1,-0.265 1.917-1,-0.178 0.739 1,-0.111-0.068 1,-0.059-0.581-4,0.617 0.092 4,1.004 0.516 1,1.000-0.052-1,1.289-0.867 1,1.201-1.143 3,-0.797 1.622 4,3.804-14.714-3,2.558-1.172-5,2.796-2.206 1,-1.557 5.054-1,0.060-0.248 0,0.644-0.447 0,0.396 0.675 0,0.740 0.532 0,1.682-0.527 1,2.093-0.881 2,0.205 0.563-4,-0.401 0.862 0,-0.750 0.983 0,-0.911 0.982 0,-0.941 0.905 1,3.285-0.545 0,-2.620 2.059 18,0.473 1.271-35,-2.135 5.175 22,-0.382 5.189 10,-2.485-4.555-16,-0.167 0.515 0,-0.221 0.372 0,-0.011 2.429-1,-0.360 0.908 1,-0.380-0.722 0,-0.234-0.085 2,-0.179-0.259 0,-0.174-1.491 12,-0.095 2.494-17,-0.674-16.835 8,-0.248-0.746 1,-4.353-2.199-5,1.638 2.439-2,-0.044-2.190 1,0.540 0.000-1,0.305-0.463-1,-0.049-2.379 2,0.573 0.430 1,0.851 1.035-2,0.942 1.309 5,0.914 1.357-1,0.815 1.265 0,1.810-4.146 2,-1.134 5.361-3,0.592-0.763 4,0.579-0.589-1,0.056 0.617-5,-0.125 0.943 1,2.428-2.409 0,-1.042 3.693 0,1.534 3.545 2,-3.975 11.353 6,-1.655-2.805-7,-0.149 1.657-3,-0.438-1.332 1,-0.570 0.347 0,-0.762 2.839-1,-0.262 0.583 1,0.144-1.211 0,0.074-0.264 3,0.142 0.004-2,0.179 0.186 0,-0.270 1.602 1,-0.158-1.548 2,-0.239-1.886-2,-0.267-1.923 13,-1.208 2.333-24,0.079-1.596 17,-1.122-1.426-2,-2.467-4.206-4,-1.851-3.097 0,2.058-2.254 1,0.800-3.400-3,1.096-5.112-1,2.814 3.464 2,0.453-0.556 0,0.334-1.152 0,0.396 0.126-1,2.238 1.231 2,1.279 0.373-1,1.021-0.961 3,0.114-0.396-1,-0.087 2.196-1,0.998 0.736-2,1.331 0.358 2,0.378 1.191 0,0.083 1.151-1,0.046 0.927 2,-0.598 0.984-1,3.881-0.025 1,-2.668 1.800 0,-0.720 1.744 1,-1.007 1.419-2,0.458 1.560-1,0.714 2.176 0,0.889 2.279 0,0.954 2.212 0,1.116 2.735-3,-0.604 0.443 2,-1.758-1.638-1,-1.012-0.510 1,-1.214-0.946-1,-0.956-0.477 1,-0.885-0.433 5,-0.772 0.416 1,-1.213-1.507-1,-1.089-1.629-3,-2.465 2.783 0,-2.388-4.965 2,-1.285-3.266 0,-1.448 1.746 0,-1.907 4.378 2,0.669-0.611-3,2.821-3.576-1,-1.001-0.418-1,-2.624-0.490 0,-3.564-0.509 0,-2.049-0.492-1,-0.903-0.451-1,0.432-0.664-1,0.271-0.705 1,0.553-0.734-1,-0.676-1.037 1,2.153-0.808 3,2.355-0.659 1,2.574-0.656 0,1.112-1.234 3,1.364-0.794 1,1.079-0.834-2,1.006-0.688-2,0.826-1.549 0,0.833-1.524-1,0.662-1.383-1,0.585-0.467 0,0.444-0.083 0,0.322 0.156-1,0.220 0.304 1,0.138 0.384 0,0.105-0.161 0,0.029 0.796 1,0.521 1.858 1,0.860 1.329-1,1.014 1.372 1,0.360 1.056 2,4.086-3.618 2,-2.232 5.367-4,2.292-0.420 2,0.643-0.070-3,-0.506 0.613-2,0.069 0.408 1,-1.519 0.888 0,0.011 0.313 1,0.819 0.169 0,0.059 0.352 1,-0.852 0.377 0,5.560-0.213-1,-0.431 2.102 0,-0.231 3.465 2,-5.254-0.623-1,-0.356 1.358-1,1.550 3.854-2,0.816 2.590-1,-1.300-1.123 2,-0.500 0.032-1,-0.708-0.382 0,-0.802-0.056 0,-0.812 0.165 0,-0.767 0.301 1,-0.591 0.685 4,-0.667-0.405-4,-0.571-1.378 1,-0.373-0.766 0,-0.285-0.794 0,-0.486-0.741 3,-0.589-0.658 0,-0.619-0.560-2,-3.125 4.077 1,0.985-4.808-1,-1.882 1.290-1,-0.348-0.603-1,0.040-0.839 0,0.282-0.925 0,0.414-0.909 0,-3.637 0.946 0,1.686-2.355 1,-1.295-1.437 0,-0.478-1.353 1,3.333-2.025 3,0.820-1.799 1,-0.878-2.837-5,1.518 0.294 0,0.122-1.609-2,0.676-0.613 0,0.386-1.641 0,0.646 0.269-1,0.341-0.790 1,0.327-0.956 0,0.302-1.030 0,0.131-4.026 0,0.346 0.422 1,0.676 2.551-1,0.799 1.018 1,1.491-0.790-1,1.171 2.642 2,-0.094 4.313 4,1.082 0.826-1,1.265-0.467 2,0.140-0.103-2,0.453-0.400-3,-0.689 1.042-1,-0.865 1.264 1,2.050-1.478 3,-1.219 10.667 0,-5.860 8.217-2,0.737-4.615-1,1.016 0.759 1,1.787 3.997-4,0.458 0.086-1,-1.041-3.296 0,-0.146 0.230 4,0.283 2.206-1,-0.430-0.591 1,-0.450-0.858 1,-0.781-1.209-1,-0.785-0.347 0,-0.822-0.194 1,-1.239-0.907 0,-1.522-0.852-1,-2.489-0.229 0,-1.562-1.323 2,-1.193-1.224-1,-0.867-1.063 0,-0.494-0.835-3,0.556-0.743 1,0.873-0.544-1,0.985-0.375 1,-2.940-0.928 2,2.214-1.472 3,0.566-1.786-2,-2.151-2.308 0,-0.044-0.637-3,4.782 2.399 0,0.345-1.085 0,0.510-0.813 1,0.591-0.581 1,0.360-1.228-2,0.717-0.152 0,1.598 0.045 0,2.043 0.168 1,0.852 2.102 0,0.985 0.614 1,1.085-0.612-1,0.234-0.388 0,1.437-1.259 0,0.396 0.806 0,-0.252 1.362 0,-0.538 1.498 0,3.261 0.210 0,-0.521 6.053 2,-3.529 4.788-1,-2.019 1.640-1,1.303 4.618 1,-1.166-5.256-1,0.217 0.879-1,0.017 0.634-1,0.538 2.853-1,-0.383-0.117 0,-0.510-2.117 1,0.049-0.656 1,0.146-0.732 0,0.356 0.345 1,-0.276-0.981 8,-0.387-0.902-12,-0.430-0.785 5,0.799 4.545 4,-2.582-0.374-2,-3.218 1.129-3,-1.853-1.872-1,-0.597-3.263 0,0.351-3.126 1,-1.197-4.573 2,4.489-6.547 2,1.488-1.754-3,0.281-0.535-3,0.099-0.021-1,-0.017 3.525 2,0.001-0.121 1,0.375 0.577-1,0.619-0.115 1,0.772-0.098 0,0.829-0.082 1,0.788 0.323-14,0.713 0.577 14,0.621 0.714 10,0.521 0.764-11,1.279 0.310-1,-0.194 0.965 2,-0.454 0.819-1,4.203-0.032 0,-2.229 1.502-1,-1.644 0.670 0,1.123 0.699 0,-3.187 3.569 4,-2.867 1.975 2,-0.689 5.414-4,-0.530-4.367-3,-0.094 0.388 0,-0.063 0.141 0,-0.039-0.163 1,-0.021-0.344-1,-0.007-0.436 0,-0.661-0.806 1,-4.001 3.358 3,-2.367-2.140 3,-0.996-1.300-4,-1.562-2.013 1,-0.943-1.829-4,-0.377-1.321 1,4.988-0.881 1,-0.442-0.144 1,-4.407-1.550-2,-0.564-1.649-1,5.346 0.254 4,0.324-1.844 0,-0.438-3.068-3,1.059-1.107-3,1.667 1.310 3,0.703-0.143 1,0.696 0.125-1,0.522-0.188 1,0.445-0.197 0,0.771-0.365 1,0.987 0.070-1,1.791 0.153 0,2.228 0.200-1,1.227 0.190 1,0.477 0.172 1,1.153-0.140-2,0.245 1.015 0,0.398 0.685-1,-0.919 1.382 2,-1.129 1.247 2,2.756-0.417-1,-1.956 2.521 0,-0.719 3.281 1,-4.744 5.373 3,-1.154-0.379-1,-0.181 3.119-6,-0.399-3.974 0,-1.690 4.439 0,-2.056-3.946 2,-4.523-2.364 2,2.505-1.634-3,-0.879 0.710 1,-0.770 0.534-1,0.275-0.099-2,0.606-0.343 2,0.774-0.474-1,-3.580 1.420 0,2.852-1.873 3,-0.565-2.262 0,2.079-4.060 3,0.856-4.109 0,1.698-2.256-4,1.292-0.190-2,0.813 0.638 1,1.812-0.912 1,0.501 4.447 1,2.134-3.636 0,-0.645 4.150-2,1.493 11.461 5,0.683-0.838-4,1.555 4.946-2,-3.500-4.085 1,-0.493-0.471-1,1.308 3.020 1,-1.330-1.778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13195.353 5465.353 767,'0.000'-6.910'0,"0.000"0.246"0,0.000 0.105 0,0.000 0.061 0,0.000 0.001 0,0.000 0.321-11,0.000-2.018 14,0.000-3.796-2,0.000 0.207-4,0.000-3.175 0,0.000 0.354 0,0.000-0.289-1,0.000 1.999 1,0.000 0.648 1,0.000 0.834-1,0.000-1.563 0,0.000 1.303 3,0.000 2.169 3,0.000-0.918 1,0.000-1.318 2,0.000 0.082-6,0.000 0.443-2,0.000 0.179 0,0.000 0.683 1,0.000 0.304-1,0.000 0.029 3,0.000-2.507 3,0.000-0.256-2,0.000 3.320-2,0.000 0.619 0,0.000 0.727-1,0.000 0.763 0,0.000-0.980 1,0.000-0.141 1,-0.204 1.613 1,-0.340-0.159-1,-0.421-0.207-1,-0.842-3.503 1,-0.130-0.681-2,0.578 2.796 0,0.100-0.456 0,-0.110-2.584 0,0.230 0.177 1,0.231 0.295-1,0.216 0.350 1,0.188 0.359 0,0.178 1.083 1,0.106-0.191-1,0.079-0.838-1,0.077 0.593 1,0.055 0.785 1,0.029 1.433-1,0.018 0.394 1,0.017-0.899 0,0.003-0.422 0,-0.013 1.631 1,-0.003-0.036-1,0.008-2.612-2,-0.009 0.267 0,-0.017 2.632 1,-0.005-0.041 0,-0.004-0.137 1,-0.003-2.150-1,-0.004-1.921-1,-0.004-2.331 0,-0.003-0.061-1,-0.002 0.621 0,-0.001 1.958 0,-0.001 0.718 0,-0.001 0.277 0,0.000-0.038 4,0.000 0.896 1,0.000-0.345 1,0.000-0.440-4,0.001-1.415-1,0.000 0.131 0,0.000-1.736-1,0.000-0.836 0,0.001 4.024 2,0.000 0.069 3,0.000-2.430-4,0.000 0.494 0,0.000-2.794-1,0.000-0.686 4,0.000 2.916 0,0.000 0.471-2,0.000 1.434-2,0.000-0.041 1,0.000-0.184 0,0.000-2.966 5,0.000-0.247-5,0.000 1.631-1,0.000 0.511 1,0.000 0.059 1,0.000 0.751 0,0.000 0.743 1,0.000 0.688 1,0.000 0.054-1,0.000 0.365-1,0.000 0.232 0,0.000 0.105 0,0.000 0.016 1,0.000-0.042 1,0.000 1.123-1,0.000-0.966-1,0.000-4.239-1,0.000-0.205 1,0.000 0.400-2,0.000 0.729 1,0.000 3.602 0,0.000 0.398 0,0.000 1.189 1,0.000 0.182-1,0.000 0.104 0,0.000-9.021 11,0.000 6.683-9,0.000 0.885-1,0.000 0.910 0,2.804-3.269-2,0.347 4.284 2,0.342-0.365 1,-0.038-0.461 0,-0.474 0.298 0,-0.353 0.027-2,-0.402 0.128 0,0.697-4.200 0,-1.697 3.452 2,-0.359-0.348 0,-0.293-0.344 0,-0.230-0.342 0,-0.173-0.315-3,-0.122-0.274 1,-0.073 0.707 0,-0.045 0.178 0,-0.026 0.256 1,-0.011 0.292-1,-0.001 0.298 1,-0.044-3.222 0,0.062 2.831 0,0.016 0.217 0,0.016 0.315 2,-0.010-3.580 2,0.033 1.068-5,0.017-0.662 2,0.015 3.094 0,0.003-1.250-2,0.002-0.854 1,0.002-0.534-1,0.172 2.139-1,0.304-0.100 1,0.943-4.902-2,0.296 0.294 1,0.063 0.730 1,-0.091 0.956 2,-0.183 1.030-1,0.051-2.982 0,-0.623 0.532 3,-0.199-0.878-4,-0.180-0.371 0,0.224 0.205-1,0.506-0.199 1,0.471-1.377-1,0.080 0.319 0,-0.083 0.479 2,-0.183 0.546 1,0.231 0.252-1,0.317 1.358-1,0.410 1.403 0,-0.366 2.321 0,-0.109 0.597 4,-0.384 0.449 0,-0.189-0.861 3,-0.116-1.161-2,-0.240-0.164-5,-0.228 0.119 0,0.196-0.425-1,0.344 0.723 1,0.481 0.832 0,0.537 0.848 1,0.538 0.800 0,0.385 0.493 0,2.718-2.784 1,-1.704 2.323 1,-0.963-0.373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5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13248.353 3559.353 767,'0.000'-6.101'0,"0.479"-0.084"0,7.282 3.860-4,-2.122-0.565 3,0.288 0.064-1,1.241 0.294 1,2.179 0.609 0,-1.408 0.845 4,-1.692 0.573-6,-12.391 0.876 6,-0.023-0.377-1,-0.024 0.006-3,-0.510 3.414 0,1.054 6.862-1,0.548-2.756 1,-1.683-0.146 0,-0.202-0.807-1,-0.488-0.093 0,-0.240 0.458-1,-0.064 0.777 3,0.120 0.306-1,1.005-0.859 1,1.173-1.214 0,1.180-1.332-1,-1.191 0.855 4,3.419-11.227 0,2.736-1.476 1,0.801 0.959-2,2.348-0.271-2,1.475 2.717 0,3.611 1.102-1,-0.419 1.451 0,-1.309 1.575 0,-10.003 5.953 4,-1.822-2.103-2,-2.033-2.504-1,0.354-4.254-12,5.120-4.953 25,0.875-0.148-13,0.254-0.430-2,0.103 1.607 1,0.031 0.424 0,0.735 0.158 2,4.200 1.279-1,2.042 2.165 0,0.166 2.283-1,-7.903 6.527 4,-3.669 0.773-1,1.614 0.500-3,0.205-1.648-1,-0.461-0.141 0,-0.341-0.588 3,-3.994 2.703 0,-0.381-3.290 0,1.052-2.835-9,-0.176-3.946 9,5.715-4.225 3,1.501-2.772 0,-0.173-0.429-5,1.049-0.769-2,0.848 2.283 2,0.759 0.304 0,0.593 0.839 0,0.212 1.078 0,2.614-1.434-1,0.135 6.357 5,-5.308 7.944-1,-1.331-0.960 0,1.680 4.138 0,0.321-2.776-4,0.138 0.967 1,-0.242-0.417-1,-0.166 0.113 5,-0.059 0.139-10,-0.185-1.103 7,0.784 3.216 0,0.296-3.178 2,4.259-7.222-1,-0.787-6.229 3,0.881 2.777-2,-0.065-0.960-3,-0.332 0.551-1,1.523 0.166 2,-0.071 1.811-1,-3.970 7.296 3,-4.214 1.862 0,-0.904 0.318-2,-5.449 0.414-1,-0.803-2.319-2,1.864-2.429 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13248.353 3295.353 767,'-6.598'0.000'0,"-0.802"0.000"-4,-2.791 0.000 2,3.901 0.000 1,-0.719 0.000 0,-0.412 0.000-1,-0.188 0.000 1,1.209 0.000 0,-4.874 0.000-1,2.315 0.000 0,1.246 0.000 4,-0.837 0.579 1,-1.374 2.532 0,3.629-1.367-4,-0.951 0.668 0,0.451 0.662 0,1.155 0.152 0,-2.795 3.559 0,3.550-0.145 3,1.511-1.323-2,-3.279-0.492 1,-1.490-2.406 0,2.308 1.305 0,2.797 3.062 0,2.202-0.402-1,0.186 1.351-1,-1.917-0.849 0,-0.876-0.155 1,0.516 1.913 1,0.876 0.054-2,0.753-0.534 0,0.578 0.740 0,0.464 0.561 1,0.263-0.699 2,-0.917-1.321-2,-1.878 0.816 0,-0.488 2.453 0,1.712-4.199-1,0.259-0.125 0,0.272-0.355 0,-0.250 3.984-1,0.683-2.274 4,0.383-1.229-2,0.208-0.478 1,0.101 1.081 0,0.032 0.721 1,-0.027-0.406-2,-0.039-0.105-1,-0.024 0.385 1,-0.015 0.913 0,-0.009 2.092-1,-0.007 0.341-1,-0.004 0.729 1,-0.001-0.219 0,0.000-1.402 0,0.001-1.174 0,0.001-1.061 1,0.320-0.383 1,1.897-1.735 2,4.106-0.994 2,1.579-2.728-5,-0.946 3.417 0,-3.420-0.287 0,-0.784 0.138-1,0.614 2.312-1,-0.290-0.519 1,1.954-3.494 0,5.156 0.545 2,-4.202-1.469 0,0.247 0.493-1,0.080 0.471-1,-0.412-0.299-1,0.080-0.266 1,3.447 1.825-1,1.116 0.896 5,-4.479-2.901-2,0.764-0.180-1,0.067-0.534-1,4.446 0.401 1,-4.428-1.231 1,0.821 0.453 0,0.512 0.246-1,-0.318-0.065-1,-0.604-0.204 0,-0.735-0.275 0,4.359 0.684-1,-2.483-1.021 0,-1.667-0.709 1,1.837-0.434 0,-0.371 0.966-1,-2.046 1.934 5,1.736 0.351 3,1.070-0.434-2,-0.530-0.961-5,-1.012-0.830 0,-0.858-0.580 1,0.283-0.376 1,-0.356-0.218 0,0.092 2.508 0,0.569 3.651-1,1.875 0.005-1,-3.258-3.135 0,-0.085-0.468-1,4.563 1.040 1,-2.062-1.649-1,-1.845-1.121 2,0.956-0.686 0,-1.376-0.651-1,-1.298-4.984 5,-0.829 0.773 2,2.061 2.358-7,1.377 1.706 0,0.331-3.980-1,-0.212-4.016 2,-3.342 3.622 0,-0.436 0.002 0,-0.383-0.306-1,-0.262-2.078 0,-0.620-2.045 1,-0.735 2.188 1,0.079-0.150-3,0.196 0.042 1,0.301-1.224-1,-0.090-0.457 1,0.192-2.879 0,-0.374-0.648 1,-0.619 2.405 0,-0.259 0.294-1,-0.306 1.528 1,-0.169 0.493-1,-0.148 0.521 0,-0.102-0.334 2,-0.132 0.828 1,-0.101 0.810-1,-0.099-3.949 1,-0.129 1.573-1,-0.028 0.489 2,-0.002-1.346 0,0.033-2.168-4,0.083 5.378 0,-0.005-4.513-1,0.027 1.303 0,0.015 1.375 2,0.007 1.079 0,0.003 0.383 0,0.000 0.034 0,-0.002 0.118 0,-0.002 0.001 1,-0.678-1.200 0,-3.021 2.564 1,-1.743-1.338 2,0.258 2.196-5,0.077-0.012 0,0.084-1.969 1,0.039 0.918 0,-0.063 0.545 2,1.702-3.149-2,0.412-0.007-2,-4.568 1.692 3,-1.716 3.965-1,0.830 0.177-2,1.820-1.624 1,2.234-1.895 0,1.973-0.785 1,1.258-0.232 1,0.224-0.204-1,-2.815 1.296 1,-2.732 2.344-1,-1.061 1.552 0,-0.649 0.268 0,2.049-0.585 0,1.040-2.406 1,0.459-0.753 0,-2.139 3.791-1,0.199-3.042 0,1.006 0.459 0,-2.125-0.067-1,1.334 2.293 0,-1.685 1.200 2,0.602 0.483 0,0.359-0.021-1,-2.432-2.018-2,3.713-0.552 2,-0.174-0.495-2,0.024-0.170 1,0.210 0.081 0,0.320 0.244 0,-5.088-2.068 0,1.010 1.639 1,1.943 1.700 2,-1.023 0.908 0,1.773 0.794 0,0.726 0.344-1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13195.353 5465.353 767,'0.000'-6.910'0,"0.000"0.246"0,0.000 0.105 0,0.000 0.061 0,0.000 0.001 0,0.000 0.321-11,0.000-2.018 14,0.000-3.796-2,0.000 0.207-4,0.000-3.175 0,0.000 0.354 0,0.000-0.289-1,0.000 1.999 1,0.000 0.648 1,0.000 0.834-1,0.000-1.563 0,0.000 1.303 3,0.000 2.169 3,0.000-0.918 1,0.000-1.318 2,0.000 0.082-6,0.000 0.443-2,0.000 0.179 0,0.000 0.683 1,0.000 0.304-1,0.000 0.029 3,0.000-2.507 3,0.000-0.256-2,0.000 3.320-2,0.000 0.619 0,0.000 0.727-1,0.000 0.763 0,0.000-0.980 1,0.000-0.141 1,-0.204 1.613 1,-0.340-0.159-1,-0.421-0.207-1,-0.842-3.503 1,-0.130-0.681-2,0.578 2.796 0,0.100-0.456 0,-0.110-2.584 0,0.230 0.177 1,0.231 0.295-1,0.216 0.350 1,0.188 0.359 0,0.178 1.083 1,0.106-0.191-1,0.079-0.838-1,0.077 0.593 1,0.055 0.785 1,0.029 1.433-1,0.018 0.394 1,0.017-0.899 0,0.003-0.422 0,-0.013 1.631 1,-0.003-0.036-1,0.008-2.612-2,-0.009 0.267 0,-0.017 2.632 1,-0.005-0.041 0,-0.004-0.137 1,-0.003-2.150-1,-0.004-1.921-1,-0.004-2.331 0,-0.003-0.061-1,-0.002 0.621 0,-0.001 1.958 0,-0.001 0.718 0,-0.001 0.277 0,0.000-0.038 4,0.000 0.896 1,0.000-0.345 1,0.000-0.440-4,0.001-1.415-1,0.000 0.131 0,0.000-1.736-1,0.000-0.836 0,0.001 4.024 2,0.000 0.069 3,0.000-2.430-4,0.000 0.494 0,0.000-2.794-1,0.000-0.686 4,0.000 2.916 0,0.000 0.471-2,0.000 1.434-2,0.000-0.041 1,0.000-0.184 0,0.000-2.966 5,0.000-0.247-5,0.000 1.631-1,0.000 0.511 1,0.000 0.059 1,0.000 0.751 0,0.000 0.743 1,0.000 0.688 1,0.000 0.054-1,0.000 0.365-1,0.000 0.232 0,0.000 0.105 0,0.000 0.016 1,0.000-0.042 1,0.000 1.123-1,0.000-0.966-1,0.000-4.239-1,0.000-0.205 1,0.000 0.400-2,0.000 0.729 1,0.000 3.602 0,0.000 0.398 0,0.000 1.189 1,0.000 0.182-1,0.000 0.104 0,0.000-9.021 11,0.000 6.683-9,0.000 0.885-1,0.000 0.910 0,2.804-3.269-2,0.347 4.284 2,0.342-0.365 1,-0.038-0.461 0,-0.474 0.298 0,-0.353 0.027-2,-0.402 0.128 0,0.697-4.200 0,-1.697 3.452 2,-0.359-0.348 0,-0.293-0.344 0,-0.230-0.342 0,-0.173-0.315-3,-0.122-0.274 1,-0.073 0.707 0,-0.045 0.178 0,-0.026 0.256 1,-0.011 0.292-1,-0.001 0.298 1,-0.044-3.222 0,0.062 2.831 0,0.016 0.217 0,0.016 0.315 2,-0.010-3.580 2,0.033 1.068-5,0.017-0.662 2,0.015 3.094 0,0.003-1.250-2,0.002-0.854 1,0.002-0.534-1,0.172 2.139-1,0.304-0.100 1,0.943-4.902-2,0.296 0.294 1,0.063 0.730 1,-0.091 0.956 2,-0.183 1.030-1,0.051-2.982 0,-0.623 0.532 3,-0.199-0.878-4,-0.180-0.371 0,0.224 0.205-1,0.506-0.199 1,0.471-1.377-1,0.080 0.319 0,-0.083 0.479 2,-0.183 0.546 1,0.231 0.252-1,0.317 1.358-1,0.410 1.403 0,-0.366 2.321 0,-0.109 0.597 4,-0.384 0.449 0,-0.189-0.861 3,-0.116-1.161-2,-0.240-0.164-5,-0.228 0.119 0,0.196-0.425-1,0.344 0.723 1,0.481 0.832 0,0.537 0.848 1,0.538 0.800 0,0.385 0.493 0,2.718-2.784 1,-1.704 2.323 1,-0.963-0.373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5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13248.353 3559.353 767,'0.000'-6.101'0,"0.479"-0.084"0,7.282 3.860-4,-2.122-0.565 3,0.288 0.064-1,1.241 0.294 1,2.179 0.609 0,-1.408 0.845 4,-1.692 0.573-6,-12.391 0.876 6,-0.023-0.377-1,-0.024 0.006-3,-0.510 3.414 0,1.054 6.862-1,0.548-2.756 1,-1.683-0.146 0,-0.202-0.807-1,-0.488-0.093 0,-0.240 0.458-1,-0.064 0.777 3,0.120 0.306-1,1.005-0.859 1,1.173-1.214 0,1.180-1.332-1,-1.191 0.855 4,3.419-11.227 0,2.736-1.476 1,0.801 0.959-2,2.348-0.271-2,1.475 2.717 0,3.611 1.102-1,-0.419 1.451 0,-1.309 1.575 0,-10.003 5.953 4,-1.822-2.103-2,-2.033-2.504-1,0.354-4.254-12,5.120-4.953 25,0.875-0.148-13,0.254-0.430-2,0.103 1.607 1,0.031 0.424 0,0.735 0.158 2,4.200 1.279-1,2.042 2.165 0,0.166 2.283-1,-7.903 6.527 4,-3.669 0.773-1,1.614 0.500-3,0.205-1.648-1,-0.461-0.141 0,-0.341-0.588 3,-3.994 2.703 0,-0.381-3.290 0,1.052-2.835-9,-0.176-3.946 9,5.715-4.225 3,1.501-2.772 0,-0.173-0.429-5,1.049-0.769-2,0.848 2.283 2,0.759 0.304 0,0.593 0.839 0,0.212 1.078 0,2.614-1.434-1,0.135 6.357 5,-5.308 7.944-1,-1.331-0.960 0,1.680 4.138 0,0.321-2.776-4,0.138 0.967 1,-0.242-0.417-1,-0.166 0.113 5,-0.059 0.139-10,-0.185-1.103 7,0.784 3.216 0,0.296-3.178 2,4.259-7.222-1,-0.787-6.229 3,0.881 2.777-2,-0.065-0.960-3,-0.332 0.551-1,1.523 0.166 2,-0.071 1.811-1,-3.970 7.296 3,-4.214 1.862 0,-0.904 0.318-2,-5.449 0.414-1,-0.803-2.319-2,1.864-2.429 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13248.353 3295.353 767,'-6.598'0.000'0,"-0.802"0.000"-4,-2.791 0.000 2,3.901 0.000 1,-0.719 0.000 0,-0.412 0.000-1,-0.188 0.000 1,1.209 0.000 0,-4.874 0.000-1,2.315 0.000 0,1.246 0.000 4,-0.837 0.579 1,-1.374 2.532 0,3.629-1.367-4,-0.951 0.668 0,0.451 0.662 0,1.155 0.152 0,-2.795 3.559 0,3.550-0.145 3,1.511-1.323-2,-3.279-0.492 1,-1.490-2.406 0,2.308 1.305 0,2.797 3.062 0,2.202-0.402-1,0.186 1.351-1,-1.917-0.849 0,-0.876-0.155 1,0.516 1.913 1,0.876 0.054-2,0.753-0.534 0,0.578 0.740 0,0.464 0.561 1,0.263-0.699 2,-0.917-1.321-2,-1.878 0.816 0,-0.488 2.453 0,1.712-4.199-1,0.259-0.125 0,0.272-0.355 0,-0.250 3.984-1,0.683-2.274 4,0.383-1.229-2,0.208-0.478 1,0.101 1.081 0,0.032 0.721 1,-0.027-0.406-2,-0.039-0.105-1,-0.024 0.385 1,-0.015 0.913 0,-0.009 2.092-1,-0.007 0.341-1,-0.004 0.729 1,-0.001-0.219 0,0.000-1.402 0,0.001-1.174 0,0.001-1.061 1,0.320-0.383 1,1.897-1.735 2,4.106-0.994 2,1.579-2.728-5,-0.946 3.417 0,-3.420-0.287 0,-0.784 0.138-1,0.614 2.312-1,-0.290-0.519 1,1.954-3.494 0,5.156 0.545 2,-4.202-1.469 0,0.247 0.493-1,0.080 0.471-1,-0.412-0.299-1,0.080-0.266 1,3.447 1.825-1,1.116 0.896 5,-4.479-2.901-2,0.764-0.180-1,0.067-0.534-1,4.446 0.401 1,-4.428-1.231 1,0.821 0.453 0,0.512 0.246-1,-0.318-0.065-1,-0.604-0.204 0,-0.735-0.275 0,4.359 0.684-1,-2.483-1.021 0,-1.667-0.709 1,1.837-0.434 0,-0.371 0.966-1,-2.046 1.934 5,1.736 0.351 3,1.070-0.434-2,-0.530-0.961-5,-1.012-0.830 0,-0.858-0.580 1,0.283-0.376 1,-0.356-0.218 0,0.092 2.508 0,0.569 3.651-1,1.875 0.005-1,-3.258-3.135 0,-0.085-0.468-1,4.563 1.040 1,-2.062-1.649-1,-1.845-1.121 2,0.956-0.686 0,-1.376-0.651-1,-1.298-4.984 5,-0.829 0.773 2,2.061 2.358-7,1.377 1.706 0,0.331-3.980-1,-0.212-4.016 2,-3.342 3.622 0,-0.436 0.002 0,-0.383-0.306-1,-0.262-2.078 0,-0.620-2.045 1,-0.735 2.188 1,0.079-0.150-3,0.196 0.042 1,0.301-1.224-1,-0.090-0.457 1,0.192-2.879 0,-0.374-0.648 1,-0.619 2.405 0,-0.259 0.294-1,-0.306 1.528 1,-0.169 0.493-1,-0.148 0.521 0,-0.102-0.334 2,-0.132 0.828 1,-0.101 0.810-1,-0.099-3.949 1,-0.129 1.573-1,-0.028 0.489 2,-0.002-1.346 0,0.033-2.168-4,0.083 5.378 0,-0.005-4.513-1,0.027 1.303 0,0.015 1.375 2,0.007 1.079 0,0.003 0.383 0,0.000 0.034 0,-0.002 0.118 0,-0.002 0.001 1,-0.678-1.200 0,-3.021 2.564 1,-1.743-1.338 2,0.258 2.196-5,0.077-0.012 0,0.084-1.969 1,0.039 0.918 0,-0.063 0.545 2,1.702-3.149-2,0.412-0.007-2,-4.568 1.692 3,-1.716 3.965-1,0.830 0.177-2,1.820-1.624 1,2.234-1.895 0,1.973-0.785 1,1.258-0.232 1,0.224-0.204-1,-2.815 1.296 1,-2.732 2.344-1,-1.061 1.552 0,-0.649 0.268 0,2.049-0.585 0,1.040-2.406 1,0.459-0.753 0,-2.139 3.791-1,0.199-3.042 0,1.006 0.459 0,-2.125-0.067-1,1.334 2.293 0,-1.685 1.200 2,0.602 0.483 0,0.359-0.021-1,-2.432-2.018-2,3.713-0.552 2,-0.174-0.495-2,0.024-0.170 1,0.210 0.081 0,0.320 0.244 0,-5.088-2.068 0,1.010 1.639 1,1.943 1.700 2,-1.023 0.908 0,1.773 0.794 0,0.726 0.344-1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13195.353 5465.353 767,'0.000'-6.910'0,"0.000"0.246"0,0.000 0.105 0,0.000 0.061 0,0.000 0.001 0,0.000 0.321-11,0.000-2.018 14,0.000-3.796-2,0.000 0.207-4,0.000-3.175 0,0.000 0.354 0,0.000-0.289-1,0.000 1.999 1,0.000 0.648 1,0.000 0.834-1,0.000-1.563 0,0.000 1.303 3,0.000 2.169 3,0.000-0.918 1,0.000-1.318 2,0.000 0.082-6,0.000 0.443-2,0.000 0.179 0,0.000 0.683 1,0.000 0.304-1,0.000 0.029 3,0.000-2.507 3,0.000-0.256-2,0.000 3.320-2,0.000 0.619 0,0.000 0.727-1,0.000 0.763 0,0.000-0.980 1,0.000-0.141 1,-0.204 1.613 1,-0.340-0.159-1,-0.421-0.207-1,-0.842-3.503 1,-0.130-0.681-2,0.578 2.796 0,0.100-0.456 0,-0.110-2.584 0,0.230 0.177 1,0.231 0.295-1,0.216 0.350 1,0.188 0.359 0,0.178 1.083 1,0.106-0.191-1,0.079-0.838-1,0.077 0.593 1,0.055 0.785 1,0.029 1.433-1,0.018 0.394 1,0.017-0.899 0,0.003-0.422 0,-0.013 1.631 1,-0.003-0.036-1,0.008-2.612-2,-0.009 0.267 0,-0.017 2.632 1,-0.005-0.041 0,-0.004-0.137 1,-0.003-2.150-1,-0.004-1.921-1,-0.004-2.331 0,-0.003-0.061-1,-0.002 0.621 0,-0.001 1.958 0,-0.001 0.718 0,-0.001 0.277 0,0.000-0.038 4,0.000 0.896 1,0.000-0.345 1,0.000-0.440-4,0.001-1.415-1,0.000 0.131 0,0.000-1.736-1,0.000-0.836 0,0.001 4.024 2,0.000 0.069 3,0.000-2.430-4,0.000 0.494 0,0.000-2.794-1,0.000-0.686 4,0.000 2.916 0,0.000 0.471-2,0.000 1.434-2,0.000-0.041 1,0.000-0.184 0,0.000-2.966 5,0.000-0.247-5,0.000 1.631-1,0.000 0.511 1,0.000 0.059 1,0.000 0.751 0,0.000 0.743 1,0.000 0.688 1,0.000 0.054-1,0.000 0.365-1,0.000 0.232 0,0.000 0.105 0,0.000 0.016 1,0.000-0.042 1,0.000 1.123-1,0.000-0.966-1,0.000-4.239-1,0.000-0.205 1,0.000 0.400-2,0.000 0.729 1,0.000 3.602 0,0.000 0.398 0,0.000 1.189 1,0.000 0.182-1,0.000 0.104 0,0.000-9.021 11,0.000 6.683-9,0.000 0.885-1,0.000 0.910 0,2.804-3.269-2,0.347 4.284 2,0.342-0.365 1,-0.038-0.461 0,-0.474 0.298 0,-0.353 0.027-2,-0.402 0.128 0,0.697-4.200 0,-1.697 3.452 2,-0.359-0.348 0,-0.293-0.344 0,-0.230-0.342 0,-0.173-0.315-3,-0.122-0.274 1,-0.073 0.707 0,-0.045 0.178 0,-0.026 0.256 1,-0.011 0.292-1,-0.001 0.298 1,-0.044-3.222 0,0.062 2.831 0,0.016 0.217 0,0.016 0.315 2,-0.010-3.580 2,0.033 1.068-5,0.017-0.662 2,0.015 3.094 0,0.003-1.250-2,0.002-0.854 1,0.002-0.534-1,0.172 2.139-1,0.304-0.100 1,0.943-4.902-2,0.296 0.294 1,0.063 0.730 1,-0.091 0.956 2,-0.183 1.030-1,0.051-2.982 0,-0.623 0.532 3,-0.199-0.878-4,-0.180-0.371 0,0.224 0.205-1,0.506-0.199 1,0.471-1.377-1,0.080 0.319 0,-0.083 0.479 2,-0.183 0.546 1,0.231 0.252-1,0.317 1.358-1,0.410 1.403 0,-0.366 2.321 0,-0.109 0.597 4,-0.384 0.449 0,-0.189-0.861 3,-0.116-1.161-2,-0.240-0.164-5,-0.228 0.119 0,0.196-0.425-1,0.344 0.723 1,0.481 0.832 0,0.537 0.848 1,0.538 0.800 0,0.385 0.493 0,2.718-2.784 1,-1.704 2.323 1,-0.963-0.373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5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13248.353 3559.353 767,'0.000'-6.101'0,"0.479"-0.084"0,7.282 3.860-4,-2.122-0.565 3,0.288 0.064-1,1.241 0.294 1,2.179 0.609 0,-1.408 0.845 4,-1.692 0.573-6,-12.391 0.876 6,-0.023-0.377-1,-0.024 0.006-3,-0.510 3.414 0,1.054 6.862-1,0.548-2.756 1,-1.683-0.146 0,-0.202-0.807-1,-0.488-0.093 0,-0.240 0.458-1,-0.064 0.777 3,0.120 0.306-1,1.005-0.859 1,1.173-1.214 0,1.180-1.332-1,-1.191 0.855 4,3.419-11.227 0,2.736-1.476 1,0.801 0.959-2,2.348-0.271-2,1.475 2.717 0,3.611 1.102-1,-0.419 1.451 0,-1.309 1.575 0,-10.003 5.953 4,-1.822-2.103-2,-2.033-2.504-1,0.354-4.254-12,5.120-4.953 25,0.875-0.148-13,0.254-0.430-2,0.103 1.607 1,0.031 0.424 0,0.735 0.158 2,4.200 1.279-1,2.042 2.165 0,0.166 2.283-1,-7.903 6.527 4,-3.669 0.773-1,1.614 0.500-3,0.205-1.648-1,-0.461-0.141 0,-0.341-0.588 3,-3.994 2.703 0,-0.381-3.290 0,1.052-2.835-9,-0.176-3.946 9,5.715-4.225 3,1.501-2.772 0,-0.173-0.429-5,1.049-0.769-2,0.848 2.283 2,0.759 0.304 0,0.593 0.839 0,0.212 1.078 0,2.614-1.434-1,0.135 6.357 5,-5.308 7.944-1,-1.331-0.960 0,1.680 4.138 0,0.321-2.776-4,0.138 0.967 1,-0.242-0.417-1,-0.166 0.113 5,-0.059 0.139-10,-0.185-1.103 7,0.784 3.216 0,0.296-3.178 2,4.259-7.222-1,-0.787-6.229 3,0.881 2.777-2,-0.065-0.960-3,-0.332 0.551-1,1.523 0.166 2,-0.071 1.811-1,-3.970 7.296 3,-4.214 1.862 0,-0.904 0.318-2,-5.449 0.414-1,-0.803-2.319-2,1.864-2.429 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13248.353 3295.353 767,'-6.598'0.000'0,"-0.802"0.000"-4,-2.791 0.000 2,3.901 0.000 1,-0.719 0.000 0,-0.412 0.000-1,-0.188 0.000 1,1.209 0.000 0,-4.874 0.000-1,2.315 0.000 0,1.246 0.000 4,-0.837 0.579 1,-1.374 2.532 0,3.629-1.367-4,-0.951 0.668 0,0.451 0.662 0,1.155 0.152 0,-2.795 3.559 0,3.550-0.145 3,1.511-1.323-2,-3.279-0.492 1,-1.490-2.406 0,2.308 1.305 0,2.797 3.062 0,2.202-0.402-1,0.186 1.351-1,-1.917-0.849 0,-0.876-0.155 1,0.516 1.913 1,0.876 0.054-2,0.753-0.534 0,0.578 0.740 0,0.464 0.561 1,0.263-0.699 2,-0.917-1.321-2,-1.878 0.816 0,-0.488 2.453 0,1.712-4.199-1,0.259-0.125 0,0.272-0.355 0,-0.250 3.984-1,0.683-2.274 4,0.383-1.229-2,0.208-0.478 1,0.101 1.081 0,0.032 0.721 1,-0.027-0.406-2,-0.039-0.105-1,-0.024 0.385 1,-0.015 0.913 0,-0.009 2.092-1,-0.007 0.341-1,-0.004 0.729 1,-0.001-0.219 0,0.000-1.402 0,0.001-1.174 0,0.001-1.061 1,0.320-0.383 1,1.897-1.735 2,4.106-0.994 2,1.579-2.728-5,-0.946 3.417 0,-3.420-0.287 0,-0.784 0.138-1,0.614 2.312-1,-0.290-0.519 1,1.954-3.494 0,5.156 0.545 2,-4.202-1.469 0,0.247 0.493-1,0.080 0.471-1,-0.412-0.299-1,0.080-0.266 1,3.447 1.825-1,1.116 0.896 5,-4.479-2.901-2,0.764-0.180-1,0.067-0.534-1,4.446 0.401 1,-4.428-1.231 1,0.821 0.453 0,0.512 0.246-1,-0.318-0.065-1,-0.604-0.204 0,-0.735-0.275 0,4.359 0.684-1,-2.483-1.021 0,-1.667-0.709 1,1.837-0.434 0,-0.371 0.966-1,-2.046 1.934 5,1.736 0.351 3,1.070-0.434-2,-0.530-0.961-5,-1.012-0.830 0,-0.858-0.580 1,0.283-0.376 1,-0.356-0.218 0,0.092 2.508 0,0.569 3.651-1,1.875 0.005-1,-3.258-3.135 0,-0.085-0.468-1,4.563 1.040 1,-2.062-1.649-1,-1.845-1.121 2,0.956-0.686 0,-1.376-0.651-1,-1.298-4.984 5,-0.829 0.773 2,2.061 2.358-7,1.377 1.706 0,0.331-3.980-1,-0.212-4.016 2,-3.342 3.622 0,-0.436 0.002 0,-0.383-0.306-1,-0.262-2.078 0,-0.620-2.045 1,-0.735 2.188 1,0.079-0.150-3,0.196 0.042 1,0.301-1.224-1,-0.090-0.457 1,0.192-2.879 0,-0.374-0.648 1,-0.619 2.405 0,-0.259 0.294-1,-0.306 1.528 1,-0.169 0.493-1,-0.148 0.521 0,-0.102-0.334 2,-0.132 0.828 1,-0.101 0.810-1,-0.099-3.949 1,-0.129 1.573-1,-0.028 0.489 2,-0.002-1.346 0,0.033-2.168-4,0.083 5.378 0,-0.005-4.513-1,0.027 1.303 0,0.015 1.375 2,0.007 1.079 0,0.003 0.383 0,0.000 0.034 0,-0.002 0.118 0,-0.002 0.001 1,-0.678-1.200 0,-3.021 2.564 1,-1.743-1.338 2,0.258 2.196-5,0.077-0.012 0,0.084-1.969 1,0.039 0.918 0,-0.063 0.545 2,1.702-3.149-2,0.412-0.007-2,-4.568 1.692 3,-1.716 3.965-1,0.830 0.177-2,1.820-1.624 1,2.234-1.895 0,1.973-0.785 1,1.258-0.232 1,0.224-0.204-1,-2.815 1.296 1,-2.732 2.344-1,-1.061 1.552 0,-0.649 0.268 0,2.049-0.585 0,1.040-2.406 1,0.459-0.753 0,-2.139 3.791-1,0.199-3.042 0,1.006 0.459 0,-2.125-0.067-1,1.334 2.293 0,-1.685 1.200 2,0.602 0.483 0,0.359-0.021-1,-2.432-2.018-2,3.713-0.552 2,-0.174-0.495-2,0.024-0.170 1,0.210 0.081 0,0.320 0.244 0,-5.088-2.068 0,1.010 1.639 1,1.943 1.700 2,-1.023 0.908 0,1.773 0.794 0,0.726 0.344-1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13195.353 5465.353 767,'0.000'-6.910'0,"0.000"0.246"0,0.000 0.105 0,0.000 0.061 0,0.000 0.001 0,0.000 0.321-11,0.000-2.018 14,0.000-3.796-2,0.000 0.207-4,0.000-3.175 0,0.000 0.354 0,0.000-0.289-1,0.000 1.999 1,0.000 0.648 1,0.000 0.834-1,0.000-1.563 0,0.000 1.303 3,0.000 2.169 3,0.000-0.918 1,0.000-1.318 2,0.000 0.082-6,0.000 0.443-2,0.000 0.179 0,0.000 0.683 1,0.000 0.304-1,0.000 0.029 3,0.000-2.507 3,0.000-0.256-2,0.000 3.320-2,0.000 0.619 0,0.000 0.727-1,0.000 0.763 0,0.000-0.980 1,0.000-0.141 1,-0.204 1.613 1,-0.340-0.159-1,-0.421-0.207-1,-0.842-3.503 1,-0.130-0.681-2,0.578 2.796 0,0.100-0.456 0,-0.110-2.584 0,0.230 0.177 1,0.231 0.295-1,0.216 0.350 1,0.188 0.359 0,0.178 1.083 1,0.106-0.191-1,0.079-0.838-1,0.077 0.593 1,0.055 0.785 1,0.029 1.433-1,0.018 0.394 1,0.017-0.899 0,0.003-0.422 0,-0.013 1.631 1,-0.003-0.036-1,0.008-2.612-2,-0.009 0.267 0,-0.017 2.632 1,-0.005-0.041 0,-0.004-0.137 1,-0.003-2.150-1,-0.004-1.921-1,-0.004-2.331 0,-0.003-0.061-1,-0.002 0.621 0,-0.001 1.958 0,-0.001 0.718 0,-0.001 0.277 0,0.000-0.038 4,0.000 0.896 1,0.000-0.345 1,0.000-0.440-4,0.001-1.415-1,0.000 0.131 0,0.000-1.736-1,0.000-0.836 0,0.001 4.024 2,0.000 0.069 3,0.000-2.430-4,0.000 0.494 0,0.000-2.794-1,0.000-0.686 4,0.000 2.916 0,0.000 0.471-2,0.000 1.434-2,0.000-0.041 1,0.000-0.184 0,0.000-2.966 5,0.000-0.247-5,0.000 1.631-1,0.000 0.511 1,0.000 0.059 1,0.000 0.751 0,0.000 0.743 1,0.000 0.688 1,0.000 0.054-1,0.000 0.365-1,0.000 0.232 0,0.000 0.105 0,0.000 0.016 1,0.000-0.042 1,0.000 1.123-1,0.000-0.966-1,0.000-4.239-1,0.000-0.205 1,0.000 0.400-2,0.000 0.729 1,0.000 3.602 0,0.000 0.398 0,0.000 1.189 1,0.000 0.182-1,0.000 0.104 0,0.000-9.021 11,0.000 6.683-9,0.000 0.885-1,0.000 0.910 0,2.804-3.269-2,0.347 4.284 2,0.342-0.365 1,-0.038-0.461 0,-0.474 0.298 0,-0.353 0.027-2,-0.402 0.128 0,0.697-4.200 0,-1.697 3.452 2,-0.359-0.348 0,-0.293-0.344 0,-0.230-0.342 0,-0.173-0.315-3,-0.122-0.274 1,-0.073 0.707 0,-0.045 0.178 0,-0.026 0.256 1,-0.011 0.292-1,-0.001 0.298 1,-0.044-3.222 0,0.062 2.831 0,0.016 0.217 0,0.016 0.315 2,-0.010-3.580 2,0.033 1.068-5,0.017-0.662 2,0.015 3.094 0,0.003-1.250-2,0.002-0.854 1,0.002-0.534-1,0.172 2.139-1,0.304-0.100 1,0.943-4.902-2,0.296 0.294 1,0.063 0.730 1,-0.091 0.956 2,-0.183 1.030-1,0.051-2.982 0,-0.623 0.532 3,-0.199-0.878-4,-0.180-0.371 0,0.224 0.205-1,0.506-0.199 1,0.471-1.377-1,0.080 0.319 0,-0.083 0.479 2,-0.183 0.546 1,0.231 0.252-1,0.317 1.358-1,0.410 1.403 0,-0.366 2.321 0,-0.109 0.597 4,-0.384 0.449 0,-0.189-0.861 3,-0.116-1.161-2,-0.240-0.164-5,-0.228 0.119 0,0.196-0.425-1,0.344 0.723 1,0.481 0.832 0,0.537 0.848 1,0.538 0.800 0,0.385 0.493 0,2.718-2.784 1,-1.704 2.323 1,-0.963-0.373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5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13248.353 3559.353 767,'0.000'-6.101'0,"0.479"-0.084"0,7.282 3.860-4,-2.122-0.565 3,0.288 0.064-1,1.241 0.294 1,2.179 0.609 0,-1.408 0.845 4,-1.692 0.573-6,-12.391 0.876 6,-0.023-0.377-1,-0.024 0.006-3,-0.510 3.414 0,1.054 6.862-1,0.548-2.756 1,-1.683-0.146 0,-0.202-0.807-1,-0.488-0.093 0,-0.240 0.458-1,-0.064 0.777 3,0.120 0.306-1,1.005-0.859 1,1.173-1.214 0,1.180-1.332-1,-1.191 0.855 4,3.419-11.227 0,2.736-1.476 1,0.801 0.959-2,2.348-0.271-2,1.475 2.717 0,3.611 1.102-1,-0.419 1.451 0,-1.309 1.575 0,-10.003 5.953 4,-1.822-2.103-2,-2.033-2.504-1,0.354-4.254-12,5.120-4.953 25,0.875-0.148-13,0.254-0.430-2,0.103 1.607 1,0.031 0.424 0,0.735 0.158 2,4.200 1.279-1,2.042 2.165 0,0.166 2.283-1,-7.903 6.527 4,-3.669 0.773-1,1.614 0.500-3,0.205-1.648-1,-0.461-0.141 0,-0.341-0.588 3,-3.994 2.703 0,-0.381-3.290 0,1.052-2.835-9,-0.176-3.946 9,5.715-4.225 3,1.501-2.772 0,-0.173-0.429-5,1.049-0.769-2,0.848 2.283 2,0.759 0.304 0,0.593 0.839 0,0.212 1.078 0,2.614-1.434-1,0.135 6.357 5,-5.308 7.944-1,-1.331-0.960 0,1.680 4.138 0,0.321-2.776-4,0.138 0.967 1,-0.242-0.417-1,-0.166 0.113 5,-0.059 0.139-10,-0.185-1.103 7,0.784 3.216 0,0.296-3.178 2,4.259-7.222-1,-0.787-6.229 3,0.881 2.777-2,-0.065-0.960-3,-0.332 0.551-1,1.523 0.166 2,-0.071 1.811-1,-3.970 7.296 3,-4.214 1.862 0,-0.904 0.318-2,-5.449 0.414-1,-0.803-2.319-2,1.864-2.429 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10-28T00:44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13248.353 3295.353 767,'-6.598'0.000'0,"-0.802"0.000"-4,-2.791 0.000 2,3.901 0.000 1,-0.719 0.000 0,-0.412 0.000-1,-0.188 0.000 1,1.209 0.000 0,-4.874 0.000-1,2.315 0.000 0,1.246 0.000 4,-0.837 0.579 1,-1.374 2.532 0,3.629-1.367-4,-0.951 0.668 0,0.451 0.662 0,1.155 0.152 0,-2.795 3.559 0,3.550-0.145 3,1.511-1.323-2,-3.279-0.492 1,-1.490-2.406 0,2.308 1.305 0,2.797 3.062 0,2.202-0.402-1,0.186 1.351-1,-1.917-0.849 0,-0.876-0.155 1,0.516 1.913 1,0.876 0.054-2,0.753-0.534 0,0.578 0.740 0,0.464 0.561 1,0.263-0.699 2,-0.917-1.321-2,-1.878 0.816 0,-0.488 2.453 0,1.712-4.199-1,0.259-0.125 0,0.272-0.355 0,-0.250 3.984-1,0.683-2.274 4,0.383-1.229-2,0.208-0.478 1,0.101 1.081 0,0.032 0.721 1,-0.027-0.406-2,-0.039-0.105-1,-0.024 0.385 1,-0.015 0.913 0,-0.009 2.092-1,-0.007 0.341-1,-0.004 0.729 1,-0.001-0.219 0,0.000-1.402 0,0.001-1.174 0,0.001-1.061 1,0.320-0.383 1,1.897-1.735 2,4.106-0.994 2,1.579-2.728-5,-0.946 3.417 0,-3.420-0.287 0,-0.784 0.138-1,0.614 2.312-1,-0.290-0.519 1,1.954-3.494 0,5.156 0.545 2,-4.202-1.469 0,0.247 0.493-1,0.080 0.471-1,-0.412-0.299-1,0.080-0.266 1,3.447 1.825-1,1.116 0.896 5,-4.479-2.901-2,0.764-0.180-1,0.067-0.534-1,4.446 0.401 1,-4.428-1.231 1,0.821 0.453 0,0.512 0.246-1,-0.318-0.065-1,-0.604-0.204 0,-0.735-0.275 0,4.359 0.684-1,-2.483-1.021 0,-1.667-0.709 1,1.837-0.434 0,-0.371 0.966-1,-2.046 1.934 5,1.736 0.351 3,1.070-0.434-2,-0.530-0.961-5,-1.012-0.830 0,-0.858-0.580 1,0.283-0.376 1,-0.356-0.218 0,0.092 2.508 0,0.569 3.651-1,1.875 0.005-1,-3.258-3.135 0,-0.085-0.468-1,4.563 1.040 1,-2.062-1.649-1,-1.845-1.121 2,0.956-0.686 0,-1.376-0.651-1,-1.298-4.984 5,-0.829 0.773 2,2.061 2.358-7,1.377 1.706 0,0.331-3.980-1,-0.212-4.016 2,-3.342 3.622 0,-0.436 0.002 0,-0.383-0.306-1,-0.262-2.078 0,-0.620-2.045 1,-0.735 2.188 1,0.079-0.150-3,0.196 0.042 1,0.301-1.224-1,-0.090-0.457 1,0.192-2.879 0,-0.374-0.648 1,-0.619 2.405 0,-0.259 0.294-1,-0.306 1.528 1,-0.169 0.493-1,-0.148 0.521 0,-0.102-0.334 2,-0.132 0.828 1,-0.101 0.810-1,-0.099-3.949 1,-0.129 1.573-1,-0.028 0.489 2,-0.002-1.346 0,0.033-2.168-4,0.083 5.378 0,-0.005-4.513-1,0.027 1.303 0,0.015 1.375 2,0.007 1.079 0,0.003 0.383 0,0.000 0.034 0,-0.002 0.118 0,-0.002 0.001 1,-0.678-1.200 0,-3.021 2.564 1,-1.743-1.338 2,0.258 2.196-5,0.077-0.012 0,0.084-1.969 1,0.039 0.918 0,-0.063 0.545 2,1.702-3.149-2,0.412-0.007-2,-4.568 1.692 3,-1.716 3.965-1,0.830 0.177-2,1.820-1.624 1,2.234-1.895 0,1.973-0.785 1,1.258-0.232 1,0.224-0.204-1,-2.815 1.296 1,-2.732 2.344-1,-1.061 1.552 0,-0.649 0.268 0,2.049-0.585 0,1.040-2.406 1,0.459-0.753 0,-2.139 3.791-1,0.199-3.042 0,1.006 0.459 0,-2.125-0.067-1,1.334 2.293 0,-1.685 1.200 2,0.602 0.483 0,0.359-0.021-1,-2.432-2.018-2,3.713-0.552 2,-0.174-0.495-2,0.024-0.170 1,0.210 0.081 0,0.320 0.244 0,-5.088-2.068 0,1.010 1.639 1,1.943 1.700 2,-1.023 0.908 0,1.773 0.794 0,0.726 0.344-1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customXml" Target="../ink/ink3.xml"/><Relationship Id="rId7" Type="http://schemas.openxmlformats.org/officeDocument/2006/relationships/image" Target="../media/image19.png"/><Relationship Id="rId6" Type="http://schemas.openxmlformats.org/officeDocument/2006/relationships/customXml" Target="../ink/ink2.xml"/><Relationship Id="rId5" Type="http://schemas.openxmlformats.org/officeDocument/2006/relationships/image" Target="../media/image18.png"/><Relationship Id="rId4" Type="http://schemas.openxmlformats.org/officeDocument/2006/relationships/customXml" Target="../ink/ink1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4.xml"/><Relationship Id="rId17" Type="http://schemas.openxmlformats.org/officeDocument/2006/relationships/image" Target="../media/image24.png"/><Relationship Id="rId16" Type="http://schemas.openxmlformats.org/officeDocument/2006/relationships/customXml" Target="../ink/ink7.xml"/><Relationship Id="rId15" Type="http://schemas.openxmlformats.org/officeDocument/2006/relationships/image" Target="../media/image23.png"/><Relationship Id="rId14" Type="http://schemas.openxmlformats.org/officeDocument/2006/relationships/customXml" Target="../ink/ink6.xml"/><Relationship Id="rId13" Type="http://schemas.openxmlformats.org/officeDocument/2006/relationships/image" Target="../media/image22.png"/><Relationship Id="rId12" Type="http://schemas.openxmlformats.org/officeDocument/2006/relationships/customXml" Target="../ink/ink5.xml"/><Relationship Id="rId11" Type="http://schemas.openxmlformats.org/officeDocument/2006/relationships/image" Target="../media/image21.png"/><Relationship Id="rId10" Type="http://schemas.openxmlformats.org/officeDocument/2006/relationships/customXml" Target="../ink/ink4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customXml" Target="../ink/ink10.xml"/><Relationship Id="rId6" Type="http://schemas.openxmlformats.org/officeDocument/2006/relationships/image" Target="../media/image26.png"/><Relationship Id="rId5" Type="http://schemas.openxmlformats.org/officeDocument/2006/relationships/customXml" Target="../ink/ink9.xml"/><Relationship Id="rId4" Type="http://schemas.openxmlformats.org/officeDocument/2006/relationships/image" Target="../media/image25.png"/><Relationship Id="rId3" Type="http://schemas.openxmlformats.org/officeDocument/2006/relationships/customXml" Target="../ink/ink8.xml"/><Relationship Id="rId2" Type="http://schemas.openxmlformats.org/officeDocument/2006/relationships/image" Target="../media/image13.png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customXml" Target="../ink/ink13.xml"/><Relationship Id="rId5" Type="http://schemas.openxmlformats.org/officeDocument/2006/relationships/image" Target="../media/image26.png"/><Relationship Id="rId4" Type="http://schemas.openxmlformats.org/officeDocument/2006/relationships/customXml" Target="../ink/ink12.xml"/><Relationship Id="rId3" Type="http://schemas.openxmlformats.org/officeDocument/2006/relationships/image" Target="../media/image25.png"/><Relationship Id="rId2" Type="http://schemas.openxmlformats.org/officeDocument/2006/relationships/customXml" Target="../ink/ink11.x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customXml" Target="../ink/ink16.xml"/><Relationship Id="rId5" Type="http://schemas.openxmlformats.org/officeDocument/2006/relationships/image" Target="../media/image26.png"/><Relationship Id="rId4" Type="http://schemas.openxmlformats.org/officeDocument/2006/relationships/customXml" Target="../ink/ink15.xml"/><Relationship Id="rId3" Type="http://schemas.openxmlformats.org/officeDocument/2006/relationships/image" Target="../media/image25.png"/><Relationship Id="rId2" Type="http://schemas.openxmlformats.org/officeDocument/2006/relationships/customXml" Target="../ink/ink14.x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9.png"/><Relationship Id="rId7" Type="http://schemas.openxmlformats.org/officeDocument/2006/relationships/image" Target="../media/image27.png"/><Relationship Id="rId6" Type="http://schemas.openxmlformats.org/officeDocument/2006/relationships/customXml" Target="../ink/ink19.xml"/><Relationship Id="rId5" Type="http://schemas.openxmlformats.org/officeDocument/2006/relationships/image" Target="../media/image26.png"/><Relationship Id="rId4" Type="http://schemas.openxmlformats.org/officeDocument/2006/relationships/customXml" Target="../ink/ink18.xml"/><Relationship Id="rId3" Type="http://schemas.openxmlformats.org/officeDocument/2006/relationships/image" Target="../media/image25.png"/><Relationship Id="rId2" Type="http://schemas.openxmlformats.org/officeDocument/2006/relationships/customXml" Target="../ink/ink17.x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b="1"/>
              <a:t>Robot Cale Assembly </a:t>
            </a: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r>
              <a:rPr lang="en-US" sz="3200"/>
              <a:t>Nicolas Miranda</a:t>
            </a:r>
            <a:endParaRPr lang="en-US" sz="3200"/>
          </a:p>
          <a:p>
            <a:r>
              <a:rPr lang="en-US" sz="3200"/>
              <a:t>Capstone Project - Industry 4.0</a:t>
            </a:r>
            <a:endParaRPr lang="en-US" sz="3200"/>
          </a:p>
          <a:p>
            <a:r>
              <a:rPr lang="en-US" sz="3200"/>
              <a:t>2025-2026</a:t>
            </a:r>
            <a:endParaRPr lang="en-US" sz="3200"/>
          </a:p>
        </p:txBody>
      </p:sp>
      <p:pic>
        <p:nvPicPr>
          <p:cNvPr id="4" name="Picture 3" descr="Logo-oficial-uptp-full-col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30" y="334010"/>
            <a:ext cx="11430000" cy="2133600"/>
          </a:xfrm>
          <a:prstGeom prst="rect">
            <a:avLst/>
          </a:prstGeom>
        </p:spPr>
      </p:pic>
      <p:pic>
        <p:nvPicPr>
          <p:cNvPr id="5" name="Picture 4" descr="Logo-oficial-uptp-full-color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0021570" y="6240145"/>
            <a:ext cx="200723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pic>
        <p:nvPicPr>
          <p:cNvPr id="3" name="Content Placeholder 2"/>
          <p:cNvPicPr>
            <a:picLocks noChangeAspect="1"/>
          </p:cNvPicPr>
          <p:nvPr>
            <p:ph sz="half" idx="1"/>
          </p:nvPr>
        </p:nvPicPr>
        <p:blipFill>
          <a:blip r:embed="rId2"/>
          <a:srcRect l="13961" r="8002"/>
          <a:stretch>
            <a:fillRect/>
          </a:stretch>
        </p:blipFill>
        <p:spPr>
          <a:xfrm>
            <a:off x="9017000" y="4431665"/>
            <a:ext cx="1803400" cy="1398905"/>
          </a:xfrm>
        </p:spPr>
      </p:pic>
      <p:sp>
        <p:nvSpPr>
          <p:cNvPr id="43" name="Text Box 42"/>
          <p:cNvSpPr txBox="1"/>
          <p:nvPr/>
        </p:nvSpPr>
        <p:spPr>
          <a:xfrm>
            <a:off x="4250055" y="24066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Reference Design #1</a:t>
            </a:r>
            <a:endParaRPr lang="en-US" sz="2400" u="sng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3"/>
          <a:srcRect t="-805" b="-1133"/>
          <a:stretch>
            <a:fillRect/>
          </a:stretch>
        </p:blipFill>
        <p:spPr>
          <a:xfrm>
            <a:off x="4121785" y="873760"/>
            <a:ext cx="4199255" cy="511048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60000">
            <a:off x="7368540" y="953770"/>
            <a:ext cx="883285" cy="13925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rcRect r="85637"/>
          <a:stretch>
            <a:fillRect/>
          </a:stretch>
        </p:blipFill>
        <p:spPr>
          <a:xfrm rot="1440000" flipH="1">
            <a:off x="9815195" y="3313430"/>
            <a:ext cx="380365" cy="12909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rcRect l="57775" r="30311"/>
          <a:stretch>
            <a:fillRect/>
          </a:stretch>
        </p:blipFill>
        <p:spPr>
          <a:xfrm rot="18300000">
            <a:off x="8600440" y="3451860"/>
            <a:ext cx="332740" cy="13627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rcRect l="71244" r="16317"/>
          <a:stretch>
            <a:fillRect/>
          </a:stretch>
        </p:blipFill>
        <p:spPr>
          <a:xfrm rot="13380000">
            <a:off x="8841105" y="4604385"/>
            <a:ext cx="299720" cy="11760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 l="28231" r="57775"/>
          <a:stretch>
            <a:fillRect/>
          </a:stretch>
        </p:blipFill>
        <p:spPr>
          <a:xfrm rot="7080000" flipH="1">
            <a:off x="10135235" y="4494530"/>
            <a:ext cx="271780" cy="9467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11575" y="1082040"/>
            <a:ext cx="1367155" cy="9499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195" y="988060"/>
            <a:ext cx="2825115" cy="195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sp>
        <p:nvSpPr>
          <p:cNvPr id="43" name="Text Box 42"/>
          <p:cNvSpPr txBox="1"/>
          <p:nvPr/>
        </p:nvSpPr>
        <p:spPr>
          <a:xfrm>
            <a:off x="4529455" y="50609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Gearbox Types</a:t>
            </a:r>
            <a:endParaRPr lang="en-US" sz="2400" u="sng"/>
          </a:p>
        </p:txBody>
      </p:sp>
      <p:pic>
        <p:nvPicPr>
          <p:cNvPr id="17" name="Content Placeholder 16"/>
          <p:cNvPicPr>
            <a:picLocks noChangeAspect="1"/>
          </p:cNvPicPr>
          <p:nvPr>
            <p:ph idx="1"/>
          </p:nvPr>
        </p:nvPicPr>
        <p:blipFill>
          <a:blip r:embed="rId2"/>
          <a:srcRect t="3560" b="3560"/>
          <a:stretch>
            <a:fillRect/>
          </a:stretch>
        </p:blipFill>
        <p:spPr>
          <a:xfrm>
            <a:off x="838200" y="1634490"/>
            <a:ext cx="10515600" cy="4351655"/>
          </a:xfrm>
        </p:spPr>
      </p:pic>
      <p:sp>
        <p:nvSpPr>
          <p:cNvPr id="19" name="Text Box 18"/>
          <p:cNvSpPr txBox="1"/>
          <p:nvPr/>
        </p:nvSpPr>
        <p:spPr>
          <a:xfrm>
            <a:off x="1671955" y="2521585"/>
            <a:ext cx="2578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Cycloidal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431790" y="1852295"/>
            <a:ext cx="2228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Belt Drive</a:t>
            </a:r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8827135" y="2677160"/>
            <a:ext cx="156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Gearbox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sp>
        <p:nvSpPr>
          <p:cNvPr id="43" name="Text Box 42"/>
          <p:cNvSpPr txBox="1"/>
          <p:nvPr/>
        </p:nvSpPr>
        <p:spPr>
          <a:xfrm>
            <a:off x="4770120" y="59118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Gearbox Types</a:t>
            </a:r>
            <a:endParaRPr lang="en-US" sz="2400" u="sng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2"/>
          <a:srcRect t="11822" b="11822"/>
          <a:stretch>
            <a:fillRect/>
          </a:stretch>
        </p:blipFill>
        <p:spPr>
          <a:xfrm>
            <a:off x="558800" y="1336675"/>
            <a:ext cx="10515600" cy="435165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/>
          <p:cNvPicPr>
            <a:picLocks noChangeAspect="1"/>
          </p:cNvPicPr>
          <p:nvPr>
            <p:ph sz="half" idx="1"/>
          </p:nvPr>
        </p:nvPicPr>
        <p:blipFill>
          <a:blip r:embed="rId1"/>
          <a:srcRect t="-713" b="639"/>
          <a:stretch>
            <a:fillRect/>
          </a:stretch>
        </p:blipFill>
        <p:spPr>
          <a:xfrm>
            <a:off x="266700" y="200660"/>
            <a:ext cx="6133465" cy="6123940"/>
          </a:xfrm>
        </p:spPr>
      </p:pic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2"/>
          <a:srcRect t="3937" b="3937"/>
          <a:stretch>
            <a:fillRect/>
          </a:stretch>
        </p:blipFill>
        <p:spPr>
          <a:xfrm>
            <a:off x="6660515" y="649605"/>
            <a:ext cx="4767580" cy="4004310"/>
          </a:xfrm>
        </p:spPr>
      </p:pic>
      <p:sp>
        <p:nvSpPr>
          <p:cNvPr id="11" name="Text Box 10"/>
          <p:cNvSpPr txBox="1"/>
          <p:nvPr/>
        </p:nvSpPr>
        <p:spPr>
          <a:xfrm>
            <a:off x="6884035" y="4885690"/>
            <a:ext cx="488315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/>
              <a:t>Stepper Motor: 17HS4417</a:t>
            </a:r>
            <a:endParaRPr lang="en-US" altLang="en-US" sz="3200"/>
          </a:p>
          <a:p>
            <a:r>
              <a:rPr lang="en-US" altLang="en-US" sz="1000" u="sng">
                <a:solidFill>
                  <a:srgbClr val="0070C0"/>
                </a:solidFill>
              </a:rPr>
              <a:t>https://www.reichelt.com/de/en/shop/product/stepper_motor_4_pole_1_8_2_55_v_dc-229318?country=de&amp;CCTYPE=private&amp;LANGUAGE=en</a:t>
            </a:r>
            <a:endParaRPr lang="en-US" altLang="en-US" sz="1000" u="sng">
              <a:solidFill>
                <a:srgbClr val="0070C0"/>
              </a:solidFill>
            </a:endParaRPr>
          </a:p>
        </p:txBody>
      </p:sp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rcRect t="3937" b="3937"/>
          <a:stretch>
            <a:fillRect/>
          </a:stretch>
        </p:blipFill>
        <p:spPr>
          <a:xfrm>
            <a:off x="8198485" y="751840"/>
            <a:ext cx="3187065" cy="2677160"/>
          </a:xfrm>
        </p:spPr>
      </p:pic>
      <p:sp>
        <p:nvSpPr>
          <p:cNvPr id="11" name="Text Box 10"/>
          <p:cNvSpPr txBox="1"/>
          <p:nvPr/>
        </p:nvSpPr>
        <p:spPr>
          <a:xfrm>
            <a:off x="8198485" y="3836670"/>
            <a:ext cx="3107055" cy="1372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/>
              <a:t>Stepper Motor: 17HS4417</a:t>
            </a:r>
            <a:endParaRPr lang="en-US" altLang="en-US" sz="3200"/>
          </a:p>
          <a:p>
            <a:r>
              <a:rPr lang="en-US" altLang="en-US" sz="1000" u="sng">
                <a:solidFill>
                  <a:srgbClr val="0070C0"/>
                </a:solidFill>
              </a:rPr>
              <a:t>https://www.reichelt.com/de/en/shop/product/stepper_motor_4_pole_1_8_2_55_v_dc-229318?country=de&amp;CCTYPE=private&amp;LANGUAGE=en</a:t>
            </a:r>
            <a:endParaRPr lang="en-US" altLang="en-US" sz="1000" u="sng">
              <a:solidFill>
                <a:srgbClr val="0070C0"/>
              </a:solidFill>
            </a:endParaRPr>
          </a:p>
        </p:txBody>
      </p:sp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294640"/>
            <a:ext cx="7814310" cy="614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 Box 10"/>
          <p:cNvSpPr txBox="1"/>
          <p:nvPr/>
        </p:nvSpPr>
        <p:spPr>
          <a:xfrm>
            <a:off x="6884035" y="4885690"/>
            <a:ext cx="48831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/>
              <a:t>Two-Phase, Four-Phase Hybrid Stepper Motor Driver DM420</a:t>
            </a:r>
            <a:endParaRPr lang="en-US" altLang="en-US" sz="2800"/>
          </a:p>
        </p:txBody>
      </p:sp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2"/>
          <a:srcRect t="3939" b="3642"/>
          <a:stretch>
            <a:fillRect/>
          </a:stretch>
        </p:blipFill>
        <p:spPr>
          <a:xfrm>
            <a:off x="700405" y="621030"/>
            <a:ext cx="4462145" cy="5615305"/>
          </a:xfrm>
        </p:spPr>
      </p:pic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3"/>
          <a:srcRect l="19030" t="4141" r="-51"/>
          <a:stretch>
            <a:fillRect/>
          </a:stretch>
        </p:blipFill>
        <p:spPr>
          <a:xfrm>
            <a:off x="5461000" y="2180590"/>
            <a:ext cx="6731000" cy="207264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5227320" y="4885690"/>
            <a:ext cx="653986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/>
              <a:t>DM542 4.2A 24V/48V Digital Stepper Motor Driver Controller 2-Phase</a:t>
            </a:r>
            <a:endParaRPr lang="en-US" altLang="en-US" sz="2800"/>
          </a:p>
          <a:p>
            <a:r>
              <a:rPr lang="en-US" altLang="en-US" sz="1200" u="sng">
                <a:solidFill>
                  <a:srgbClr val="0070C0"/>
                </a:solidFill>
              </a:rPr>
              <a:t>https://www.alibaba.com/product-detail/DM542-4-2A-24V-48V-dc_1600480457901.html</a:t>
            </a:r>
            <a:endParaRPr lang="en-US" altLang="en-US" sz="1200" u="sng">
              <a:solidFill>
                <a:srgbClr val="0070C0"/>
              </a:solidFill>
            </a:endParaRPr>
          </a:p>
        </p:txBody>
      </p:sp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478790"/>
            <a:ext cx="4095750" cy="547687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3"/>
          <a:srcRect l="-2255" r="-513"/>
          <a:stretch>
            <a:fillRect/>
          </a:stretch>
        </p:blipFill>
        <p:spPr>
          <a:xfrm>
            <a:off x="4803140" y="1691005"/>
            <a:ext cx="7028815" cy="291338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rcRect t="3937" b="3937"/>
          <a:stretch>
            <a:fillRect/>
          </a:stretch>
        </p:blipFill>
        <p:spPr>
          <a:xfrm>
            <a:off x="8198485" y="751840"/>
            <a:ext cx="3187065" cy="2677160"/>
          </a:xfrm>
        </p:spPr>
      </p:pic>
      <p:sp>
        <p:nvSpPr>
          <p:cNvPr id="11" name="Text Box 10"/>
          <p:cNvSpPr txBox="1"/>
          <p:nvPr/>
        </p:nvSpPr>
        <p:spPr>
          <a:xfrm>
            <a:off x="8198485" y="3836670"/>
            <a:ext cx="3107055" cy="1372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/>
              <a:t>Stepper Motor: 17HS4417</a:t>
            </a:r>
            <a:endParaRPr lang="en-US" altLang="en-US" sz="3200"/>
          </a:p>
          <a:p>
            <a:r>
              <a:rPr lang="en-US" altLang="en-US" sz="1000" u="sng">
                <a:solidFill>
                  <a:srgbClr val="0070C0"/>
                </a:solidFill>
              </a:rPr>
              <a:t>https://www.reichelt.com/de/en/shop/product/stepper_motor_4_pole_1_8_2_55_v_dc-229318?country=de&amp;CCTYPE=private&amp;LANGUAGE=en</a:t>
            </a:r>
            <a:endParaRPr lang="en-US" altLang="en-US" sz="1000" u="sng">
              <a:solidFill>
                <a:srgbClr val="0070C0"/>
              </a:solidFill>
            </a:endParaRPr>
          </a:p>
        </p:txBody>
      </p:sp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294640"/>
            <a:ext cx="7814310" cy="6140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Ink 2"/>
              <p14:cNvContentPartPr/>
              <p14:nvPr/>
            </p14:nvContentPartPr>
            <p14:xfrm>
              <a:off x="3517900" y="4697095"/>
              <a:ext cx="43815" cy="1180465"/>
            </p14:xfrm>
          </p:contentPart>
        </mc:Choice>
        <mc:Fallback xmlns="">
          <p:pic>
            <p:nvPicPr>
              <p:cNvPr id="3" name="Ink 2"/>
            </p:nvPicPr>
            <p:blipFill>
              <a:blip r:embed="rId5"/>
            </p:blipFill>
            <p:spPr>
              <a:xfrm>
                <a:off x="3517900" y="4697095"/>
                <a:ext cx="43815" cy="11804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Ink 3"/>
              <p14:cNvContentPartPr/>
              <p14:nvPr/>
            </p14:nvContentPartPr>
            <p14:xfrm>
              <a:off x="3237230" y="4168140"/>
              <a:ext cx="509905" cy="534035"/>
            </p14:xfrm>
          </p:contentPart>
        </mc:Choice>
        <mc:Fallback xmlns="">
          <p:pic>
            <p:nvPicPr>
              <p:cNvPr id="4" name="Ink 3"/>
            </p:nvPicPr>
            <p:blipFill>
              <a:blip r:embed="rId7"/>
            </p:blipFill>
            <p:spPr>
              <a:xfrm>
                <a:off x="3237230" y="4168140"/>
                <a:ext cx="509905" cy="534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Ink 7"/>
              <p14:cNvContentPartPr/>
              <p14:nvPr/>
            </p14:nvContentPartPr>
            <p14:xfrm>
              <a:off x="3227070" y="4149725"/>
              <a:ext cx="518160" cy="608330"/>
            </p14:xfrm>
          </p:contentPart>
        </mc:Choice>
        <mc:Fallback xmlns="">
          <p:pic>
            <p:nvPicPr>
              <p:cNvPr id="8" name="Ink 7"/>
            </p:nvPicPr>
            <p:blipFill>
              <a:blip r:embed="rId9"/>
            </p:blipFill>
            <p:spPr>
              <a:xfrm>
                <a:off x="3227070" y="4149725"/>
                <a:ext cx="518160" cy="608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Ink 8"/>
              <p14:cNvContentPartPr/>
              <p14:nvPr/>
            </p14:nvContentPartPr>
            <p14:xfrm>
              <a:off x="3521710" y="4711065"/>
              <a:ext cx="59055" cy="1155700"/>
            </p14:xfrm>
          </p:contentPart>
        </mc:Choice>
        <mc:Fallback xmlns="">
          <p:pic>
            <p:nvPicPr>
              <p:cNvPr id="9" name="Ink 8"/>
            </p:nvPicPr>
            <p:blipFill>
              <a:blip r:embed="rId11"/>
            </p:blipFill>
            <p:spPr>
              <a:xfrm>
                <a:off x="3521710" y="4711065"/>
                <a:ext cx="59055" cy="1155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Ink 9"/>
              <p14:cNvContentPartPr/>
              <p14:nvPr/>
            </p14:nvContentPartPr>
            <p14:xfrm>
              <a:off x="3546475" y="4740275"/>
              <a:ext cx="9525" cy="1059180"/>
            </p14:xfrm>
          </p:contentPart>
        </mc:Choice>
        <mc:Fallback xmlns="">
          <p:pic>
            <p:nvPicPr>
              <p:cNvPr id="10" name="Ink 9"/>
            </p:nvPicPr>
            <p:blipFill>
              <a:blip r:embed="rId13"/>
            </p:blipFill>
            <p:spPr>
              <a:xfrm>
                <a:off x="3546475" y="4740275"/>
                <a:ext cx="9525" cy="1059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3" name="Ink 12"/>
              <p14:cNvContentPartPr/>
              <p14:nvPr/>
            </p14:nvContentPartPr>
            <p14:xfrm>
              <a:off x="3440430" y="4429760"/>
              <a:ext cx="74930" cy="126365"/>
            </p14:xfrm>
          </p:contentPart>
        </mc:Choice>
        <mc:Fallback xmlns="">
          <p:pic>
            <p:nvPicPr>
              <p:cNvPr id="13" name="Ink 12"/>
            </p:nvPicPr>
            <p:blipFill>
              <a:blip r:embed="rId15"/>
            </p:blipFill>
            <p:spPr>
              <a:xfrm>
                <a:off x="3440430" y="4429760"/>
                <a:ext cx="74930" cy="1263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4" name="Ink 13"/>
              <p14:cNvContentPartPr/>
              <p14:nvPr/>
            </p14:nvContentPartPr>
            <p14:xfrm>
              <a:off x="3410585" y="4417060"/>
              <a:ext cx="145415" cy="156845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17"/>
            </p:blipFill>
            <p:spPr>
              <a:xfrm>
                <a:off x="3410585" y="4417060"/>
                <a:ext cx="145415" cy="15684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pic>
        <p:nvPicPr>
          <p:cNvPr id="17" name="Content Placeholder 16"/>
          <p:cNvPicPr>
            <a:picLocks noChangeAspect="1"/>
          </p:cNvPicPr>
          <p:nvPr>
            <p:ph sz="half" idx="1"/>
          </p:nvPr>
        </p:nvPicPr>
        <p:blipFill>
          <a:blip r:embed="rId2"/>
          <a:srcRect l="-188" t="32657" r="3217"/>
          <a:stretch>
            <a:fillRect/>
          </a:stretch>
        </p:blipFill>
        <p:spPr>
          <a:xfrm>
            <a:off x="5652135" y="474345"/>
            <a:ext cx="6249035" cy="341058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2" name="Ink 21"/>
              <p14:cNvContentPartPr/>
              <p14:nvPr/>
            </p14:nvContentPartPr>
            <p14:xfrm>
              <a:off x="8371205" y="2364105"/>
              <a:ext cx="59055" cy="1107440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4"/>
            </p:blipFill>
            <p:spPr>
              <a:xfrm>
                <a:off x="8371205" y="2364105"/>
                <a:ext cx="59055" cy="1107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7" name="Ink 26"/>
              <p14:cNvContentPartPr/>
              <p14:nvPr/>
            </p14:nvContentPartPr>
            <p14:xfrm>
              <a:off x="8370570" y="2239010"/>
              <a:ext cx="75565" cy="64135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6"/>
            </p:blipFill>
            <p:spPr>
              <a:xfrm>
                <a:off x="8370570" y="2239010"/>
                <a:ext cx="75565" cy="64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9" name="Ink 28"/>
              <p14:cNvContentPartPr/>
              <p14:nvPr/>
            </p14:nvContentPartPr>
            <p14:xfrm>
              <a:off x="8286750" y="2092960"/>
              <a:ext cx="270510" cy="303530"/>
            </p14:xfrm>
          </p:contentPart>
        </mc:Choice>
        <mc:Fallback xmlns="">
          <p:pic>
            <p:nvPicPr>
              <p:cNvPr id="29" name="Ink 28"/>
            </p:nvPicPr>
            <p:blipFill>
              <a:blip r:embed="rId8"/>
            </p:blipFill>
            <p:spPr>
              <a:xfrm>
                <a:off x="8286750" y="2092960"/>
                <a:ext cx="270510" cy="303530"/>
              </a:xfrm>
              <a:prstGeom prst="rect"/>
            </p:spPr>
          </p:pic>
        </mc:Fallback>
      </mc:AlternateContent>
      <p:sp>
        <p:nvSpPr>
          <p:cNvPr id="31" name="Text Box 30"/>
          <p:cNvSpPr txBox="1"/>
          <p:nvPr/>
        </p:nvSpPr>
        <p:spPr>
          <a:xfrm>
            <a:off x="6172200" y="4328795"/>
            <a:ext cx="52095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Gear Ratio = 1/16</a:t>
            </a:r>
            <a:endParaRPr lang="en-US" sz="2400"/>
          </a:p>
          <a:p>
            <a:r>
              <a:rPr lang="en-US" sz="2400"/>
              <a:t>Input Torque = 0.275Nm </a:t>
            </a:r>
            <a:endParaRPr lang="en-US" sz="2400"/>
          </a:p>
          <a:p>
            <a:r>
              <a:rPr lang="en-US" sz="2400"/>
              <a:t>Output Torque = 4.4Nm </a:t>
            </a:r>
            <a:endParaRPr lang="en-US" sz="2400"/>
          </a:p>
          <a:p>
            <a:r>
              <a:rPr lang="en-US" sz="2400"/>
              <a:t>Input Speed = 400 rev/min</a:t>
            </a:r>
            <a:endParaRPr lang="en-US" sz="2400"/>
          </a:p>
          <a:p>
            <a:r>
              <a:rPr lang="en-US" sz="2400"/>
              <a:t>Output Speed = 25 rev/min</a:t>
            </a:r>
            <a:endParaRPr lang="en-US" sz="2400"/>
          </a:p>
        </p:txBody>
      </p:sp>
      <p:pic>
        <p:nvPicPr>
          <p:cNvPr id="32" name="Content Placeholder 31"/>
          <p:cNvPicPr>
            <a:picLocks noChangeAspect="1"/>
          </p:cNvPicPr>
          <p:nvPr>
            <p:ph sz="half" idx="2"/>
          </p:nvPr>
        </p:nvPicPr>
        <p:blipFill>
          <a:blip r:embed="rId9"/>
          <a:srcRect l="6254" r="6254"/>
          <a:stretch>
            <a:fillRect/>
          </a:stretch>
        </p:blipFill>
        <p:spPr>
          <a:xfrm>
            <a:off x="470535" y="1253490"/>
            <a:ext cx="5181600" cy="4351655"/>
          </a:xfrm>
        </p:spPr>
      </p:pic>
      <p:cxnSp>
        <p:nvCxnSpPr>
          <p:cNvPr id="35" name="Straight Arrow Connector 34"/>
          <p:cNvCxnSpPr/>
          <p:nvPr/>
        </p:nvCxnSpPr>
        <p:spPr>
          <a:xfrm>
            <a:off x="1837055" y="647065"/>
            <a:ext cx="0" cy="13716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1193800" y="283210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80 Teeth</a:t>
            </a:r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028440" y="651510"/>
            <a:ext cx="0" cy="13716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Text Box 37"/>
          <p:cNvSpPr txBox="1"/>
          <p:nvPr/>
        </p:nvSpPr>
        <p:spPr>
          <a:xfrm>
            <a:off x="3422650" y="27876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 Teeth</a:t>
            </a:r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811655" y="3305810"/>
            <a:ext cx="0" cy="278574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4055745" y="3153410"/>
            <a:ext cx="0" cy="278574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Text Box 40"/>
          <p:cNvSpPr txBox="1"/>
          <p:nvPr/>
        </p:nvSpPr>
        <p:spPr>
          <a:xfrm>
            <a:off x="3422650" y="593915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80 Teeth</a:t>
            </a:r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1231900" y="609155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 Teeth</a:t>
            </a:r>
            <a:endParaRPr lang="en-US"/>
          </a:p>
        </p:txBody>
      </p:sp>
      <p:sp>
        <p:nvSpPr>
          <p:cNvPr id="43" name="Text Box 42"/>
          <p:cNvSpPr txBox="1"/>
          <p:nvPr/>
        </p:nvSpPr>
        <p:spPr>
          <a:xfrm>
            <a:off x="4927600" y="18986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Gearbox</a:t>
            </a:r>
            <a:endParaRPr lang="en-US" sz="2400" u="sn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2" name="Ink 21"/>
              <p14:cNvContentPartPr/>
              <p14:nvPr/>
            </p14:nvContentPartPr>
            <p14:xfrm>
              <a:off x="8371205" y="2364105"/>
              <a:ext cx="59055" cy="1107440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3"/>
            </p:blipFill>
            <p:spPr>
              <a:xfrm>
                <a:off x="8371205" y="2364105"/>
                <a:ext cx="59055" cy="1107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7" name="Ink 26"/>
              <p14:cNvContentPartPr/>
              <p14:nvPr/>
            </p14:nvContentPartPr>
            <p14:xfrm>
              <a:off x="8370570" y="2239010"/>
              <a:ext cx="75565" cy="64135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5"/>
            </p:blipFill>
            <p:spPr>
              <a:xfrm>
                <a:off x="8370570" y="2239010"/>
                <a:ext cx="75565" cy="64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Ink 28"/>
              <p14:cNvContentPartPr/>
              <p14:nvPr/>
            </p14:nvContentPartPr>
            <p14:xfrm>
              <a:off x="8286750" y="2092960"/>
              <a:ext cx="270510" cy="303530"/>
            </p14:xfrm>
          </p:contentPart>
        </mc:Choice>
        <mc:Fallback xmlns="">
          <p:pic>
            <p:nvPicPr>
              <p:cNvPr id="29" name="Ink 28"/>
            </p:nvPicPr>
            <p:blipFill>
              <a:blip r:embed="rId7"/>
            </p:blipFill>
            <p:spPr>
              <a:xfrm>
                <a:off x="8286750" y="2092960"/>
                <a:ext cx="270510" cy="303530"/>
              </a:xfrm>
              <a:prstGeom prst="rect"/>
            </p:spPr>
          </p:pic>
        </mc:Fallback>
      </mc:AlternateContent>
      <p:pic>
        <p:nvPicPr>
          <p:cNvPr id="32" name="Content Placeholder 31"/>
          <p:cNvPicPr>
            <a:picLocks noChangeAspect="1"/>
          </p:cNvPicPr>
          <p:nvPr>
            <p:ph sz="half" idx="2"/>
          </p:nvPr>
        </p:nvPicPr>
        <p:blipFill>
          <a:blip r:embed="rId8"/>
          <a:srcRect l="6254" r="6254"/>
          <a:stretch>
            <a:fillRect/>
          </a:stretch>
        </p:blipFill>
        <p:spPr>
          <a:xfrm>
            <a:off x="470535" y="1253490"/>
            <a:ext cx="5181600" cy="4351655"/>
          </a:xfrm>
        </p:spPr>
      </p:pic>
      <p:cxnSp>
        <p:nvCxnSpPr>
          <p:cNvPr id="35" name="Straight Arrow Connector 34"/>
          <p:cNvCxnSpPr/>
          <p:nvPr/>
        </p:nvCxnSpPr>
        <p:spPr>
          <a:xfrm>
            <a:off x="1837055" y="647065"/>
            <a:ext cx="0" cy="13716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1193800" y="283210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80 Teeth</a:t>
            </a:r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028440" y="651510"/>
            <a:ext cx="0" cy="13716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Text Box 37"/>
          <p:cNvSpPr txBox="1"/>
          <p:nvPr/>
        </p:nvSpPr>
        <p:spPr>
          <a:xfrm>
            <a:off x="3422650" y="27876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 Teeth</a:t>
            </a:r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811655" y="3305810"/>
            <a:ext cx="0" cy="278574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4055745" y="3153410"/>
            <a:ext cx="0" cy="278574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Text Box 40"/>
          <p:cNvSpPr txBox="1"/>
          <p:nvPr/>
        </p:nvSpPr>
        <p:spPr>
          <a:xfrm>
            <a:off x="3422650" y="593915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80 Teeth</a:t>
            </a:r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1231900" y="609155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 Teeth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6445" y="836295"/>
            <a:ext cx="5956300" cy="4768850"/>
          </a:xfrm>
          <a:prstGeom prst="rect">
            <a:avLst/>
          </a:prstGeom>
        </p:spPr>
      </p:pic>
      <p:sp>
        <p:nvSpPr>
          <p:cNvPr id="43" name="Text Box 42"/>
          <p:cNvSpPr txBox="1"/>
          <p:nvPr/>
        </p:nvSpPr>
        <p:spPr>
          <a:xfrm>
            <a:off x="4927600" y="18986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Gearbox</a:t>
            </a:r>
            <a:endParaRPr lang="en-US" sz="2400" u="sn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2" name="Ink 21"/>
              <p14:cNvContentPartPr/>
              <p14:nvPr/>
            </p14:nvContentPartPr>
            <p14:xfrm>
              <a:off x="8371205" y="2364105"/>
              <a:ext cx="59055" cy="1107440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3"/>
            </p:blipFill>
            <p:spPr>
              <a:xfrm>
                <a:off x="8371205" y="2364105"/>
                <a:ext cx="59055" cy="1107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7" name="Ink 26"/>
              <p14:cNvContentPartPr/>
              <p14:nvPr/>
            </p14:nvContentPartPr>
            <p14:xfrm>
              <a:off x="8370570" y="2239010"/>
              <a:ext cx="75565" cy="64135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5"/>
            </p:blipFill>
            <p:spPr>
              <a:xfrm>
                <a:off x="8370570" y="2239010"/>
                <a:ext cx="75565" cy="64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Ink 28"/>
              <p14:cNvContentPartPr/>
              <p14:nvPr/>
            </p14:nvContentPartPr>
            <p14:xfrm>
              <a:off x="8286750" y="2092960"/>
              <a:ext cx="270510" cy="303530"/>
            </p14:xfrm>
          </p:contentPart>
        </mc:Choice>
        <mc:Fallback xmlns="">
          <p:pic>
            <p:nvPicPr>
              <p:cNvPr id="29" name="Ink 28"/>
            </p:nvPicPr>
            <p:blipFill>
              <a:blip r:embed="rId7"/>
            </p:blipFill>
            <p:spPr>
              <a:xfrm>
                <a:off x="8286750" y="2092960"/>
                <a:ext cx="270510" cy="303530"/>
              </a:xfrm>
              <a:prstGeom prst="rect"/>
            </p:spPr>
          </p:pic>
        </mc:Fallback>
      </mc:AlternateContent>
      <p:pic>
        <p:nvPicPr>
          <p:cNvPr id="32" name="Content Placeholder 31"/>
          <p:cNvPicPr>
            <a:picLocks noChangeAspect="1"/>
          </p:cNvPicPr>
          <p:nvPr>
            <p:ph sz="half" idx="2"/>
          </p:nvPr>
        </p:nvPicPr>
        <p:blipFill>
          <a:blip r:embed="rId8"/>
          <a:srcRect l="6254" r="6254"/>
          <a:stretch>
            <a:fillRect/>
          </a:stretch>
        </p:blipFill>
        <p:spPr>
          <a:xfrm>
            <a:off x="470535" y="1253490"/>
            <a:ext cx="5181600" cy="4351655"/>
          </a:xfrm>
        </p:spPr>
      </p:pic>
      <p:cxnSp>
        <p:nvCxnSpPr>
          <p:cNvPr id="35" name="Straight Arrow Connector 34"/>
          <p:cNvCxnSpPr/>
          <p:nvPr/>
        </p:nvCxnSpPr>
        <p:spPr>
          <a:xfrm>
            <a:off x="1837055" y="647065"/>
            <a:ext cx="0" cy="13716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1193800" y="283210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80 Teeth</a:t>
            </a:r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028440" y="651510"/>
            <a:ext cx="0" cy="13716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Text Box 37"/>
          <p:cNvSpPr txBox="1"/>
          <p:nvPr/>
        </p:nvSpPr>
        <p:spPr>
          <a:xfrm>
            <a:off x="3422650" y="27876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 Teeth</a:t>
            </a:r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811655" y="3305810"/>
            <a:ext cx="0" cy="278574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4055745" y="3153410"/>
            <a:ext cx="0" cy="278574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Text Box 40"/>
          <p:cNvSpPr txBox="1"/>
          <p:nvPr/>
        </p:nvSpPr>
        <p:spPr>
          <a:xfrm>
            <a:off x="3422650" y="593915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80 Teeth</a:t>
            </a:r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1231900" y="6091555"/>
            <a:ext cx="121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 Teeth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6445" y="836295"/>
            <a:ext cx="5956300" cy="4768850"/>
          </a:xfrm>
          <a:prstGeom prst="rect">
            <a:avLst/>
          </a:prstGeom>
        </p:spPr>
      </p:pic>
      <p:sp>
        <p:nvSpPr>
          <p:cNvPr id="43" name="Text Box 42"/>
          <p:cNvSpPr txBox="1"/>
          <p:nvPr/>
        </p:nvSpPr>
        <p:spPr>
          <a:xfrm>
            <a:off x="4927600" y="18986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Gearbox</a:t>
            </a:r>
            <a:endParaRPr lang="en-US" sz="2400" u="sn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2" name="Ink 21"/>
              <p14:cNvContentPartPr/>
              <p14:nvPr/>
            </p14:nvContentPartPr>
            <p14:xfrm>
              <a:off x="8371205" y="2364105"/>
              <a:ext cx="59055" cy="1107440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3"/>
            </p:blipFill>
            <p:spPr>
              <a:xfrm>
                <a:off x="8371205" y="2364105"/>
                <a:ext cx="59055" cy="1107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7" name="Ink 26"/>
              <p14:cNvContentPartPr/>
              <p14:nvPr/>
            </p14:nvContentPartPr>
            <p14:xfrm>
              <a:off x="8370570" y="2239010"/>
              <a:ext cx="75565" cy="64135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5"/>
            </p:blipFill>
            <p:spPr>
              <a:xfrm>
                <a:off x="8370570" y="2239010"/>
                <a:ext cx="75565" cy="64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Ink 28"/>
              <p14:cNvContentPartPr/>
              <p14:nvPr/>
            </p14:nvContentPartPr>
            <p14:xfrm>
              <a:off x="8286750" y="2092960"/>
              <a:ext cx="270510" cy="303530"/>
            </p14:xfrm>
          </p:contentPart>
        </mc:Choice>
        <mc:Fallback xmlns="">
          <p:pic>
            <p:nvPicPr>
              <p:cNvPr id="29" name="Ink 28"/>
            </p:nvPicPr>
            <p:blipFill>
              <a:blip r:embed="rId7"/>
            </p:blipFill>
            <p:spPr>
              <a:xfrm>
                <a:off x="8286750" y="2092960"/>
                <a:ext cx="270510" cy="303530"/>
              </a:xfrm>
              <a:prstGeom prst="rect"/>
            </p:spPr>
          </p:pic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380" y="1334770"/>
            <a:ext cx="5333365" cy="4270375"/>
          </a:xfrm>
          <a:prstGeom prst="rect">
            <a:avLst/>
          </a:prstGeom>
        </p:spPr>
      </p:pic>
      <p:pic>
        <p:nvPicPr>
          <p:cNvPr id="3" name="Content Placeholder 2"/>
          <p:cNvPicPr>
            <a:picLocks noChangeAspect="1"/>
          </p:cNvPicPr>
          <p:nvPr>
            <p:ph sz="half" idx="2"/>
          </p:nvPr>
        </p:nvPicPr>
        <p:blipFill>
          <a:blip r:embed="rId9"/>
          <a:srcRect l="13961" r="8884"/>
          <a:stretch>
            <a:fillRect/>
          </a:stretch>
        </p:blipFill>
        <p:spPr>
          <a:xfrm>
            <a:off x="194310" y="757555"/>
            <a:ext cx="6469380" cy="5075555"/>
          </a:xfrm>
        </p:spPr>
      </p:pic>
      <p:sp>
        <p:nvSpPr>
          <p:cNvPr id="43" name="Text Box 42"/>
          <p:cNvSpPr txBox="1"/>
          <p:nvPr/>
        </p:nvSpPr>
        <p:spPr>
          <a:xfrm>
            <a:off x="4927600" y="18986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Gearbox</a:t>
            </a:r>
            <a:endParaRPr lang="en-US" sz="2400" u="sn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pic>
        <p:nvPicPr>
          <p:cNvPr id="3" name="Content Placeholder 2"/>
          <p:cNvPicPr>
            <a:picLocks noChangeAspect="1"/>
          </p:cNvPicPr>
          <p:nvPr>
            <p:ph sz="half" idx="1"/>
          </p:nvPr>
        </p:nvPicPr>
        <p:blipFill>
          <a:blip r:embed="rId2"/>
          <a:srcRect l="13961" r="8002"/>
          <a:stretch>
            <a:fillRect/>
          </a:stretch>
        </p:blipFill>
        <p:spPr>
          <a:xfrm>
            <a:off x="9017000" y="4431665"/>
            <a:ext cx="1803400" cy="1398905"/>
          </a:xfrm>
        </p:spPr>
      </p:pic>
      <p:sp>
        <p:nvSpPr>
          <p:cNvPr id="43" name="Text Box 42"/>
          <p:cNvSpPr txBox="1"/>
          <p:nvPr/>
        </p:nvSpPr>
        <p:spPr>
          <a:xfrm>
            <a:off x="4250055" y="24066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Reference Design #1</a:t>
            </a:r>
            <a:endParaRPr lang="en-US" sz="2400" u="sng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3"/>
          <a:srcRect t="-805" b="-1133"/>
          <a:stretch>
            <a:fillRect/>
          </a:stretch>
        </p:blipFill>
        <p:spPr>
          <a:xfrm>
            <a:off x="4737100" y="1064895"/>
            <a:ext cx="4199255" cy="511048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60000">
            <a:off x="7873365" y="1115060"/>
            <a:ext cx="883285" cy="13925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rcRect r="85637"/>
          <a:stretch>
            <a:fillRect/>
          </a:stretch>
        </p:blipFill>
        <p:spPr>
          <a:xfrm rot="1440000" flipH="1">
            <a:off x="9815195" y="3313430"/>
            <a:ext cx="380365" cy="12909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rcRect l="57775" r="30311"/>
          <a:stretch>
            <a:fillRect/>
          </a:stretch>
        </p:blipFill>
        <p:spPr>
          <a:xfrm rot="18300000">
            <a:off x="8600440" y="3451860"/>
            <a:ext cx="332740" cy="13627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rcRect l="71244" r="16317"/>
          <a:stretch>
            <a:fillRect/>
          </a:stretch>
        </p:blipFill>
        <p:spPr>
          <a:xfrm rot="13380000">
            <a:off x="8841105" y="4604385"/>
            <a:ext cx="299720" cy="11760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 l="28231" r="57775"/>
          <a:stretch>
            <a:fillRect/>
          </a:stretch>
        </p:blipFill>
        <p:spPr>
          <a:xfrm rot="7080000" flipH="1">
            <a:off x="10135235" y="4494530"/>
            <a:ext cx="271780" cy="9467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155440" y="1196340"/>
            <a:ext cx="1367155" cy="9499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195" y="988060"/>
            <a:ext cx="2825115" cy="195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Logo-oficial-uptp-full-color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041255" y="6324600"/>
            <a:ext cx="2007235" cy="374015"/>
          </a:xfrm>
          <a:prstGeom prst="rect">
            <a:avLst/>
          </a:prstGeom>
        </p:spPr>
      </p:pic>
      <p:pic>
        <p:nvPicPr>
          <p:cNvPr id="3" name="Content Placeholder 2"/>
          <p:cNvPicPr>
            <a:picLocks noChangeAspect="1"/>
          </p:cNvPicPr>
          <p:nvPr>
            <p:ph sz="half" idx="1"/>
          </p:nvPr>
        </p:nvPicPr>
        <p:blipFill>
          <a:blip r:embed="rId2"/>
          <a:srcRect l="13961" r="8002"/>
          <a:stretch>
            <a:fillRect/>
          </a:stretch>
        </p:blipFill>
        <p:spPr>
          <a:xfrm>
            <a:off x="9017000" y="4431665"/>
            <a:ext cx="1803400" cy="1398905"/>
          </a:xfrm>
        </p:spPr>
      </p:pic>
      <p:sp>
        <p:nvSpPr>
          <p:cNvPr id="43" name="Text Box 42"/>
          <p:cNvSpPr txBox="1"/>
          <p:nvPr/>
        </p:nvSpPr>
        <p:spPr>
          <a:xfrm>
            <a:off x="4199255" y="189865"/>
            <a:ext cx="6824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/>
              <a:t>Reference Design #2</a:t>
            </a:r>
            <a:endParaRPr lang="en-US" sz="2400" u="sng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3"/>
          <a:srcRect t="-805" b="-1133"/>
          <a:stretch>
            <a:fillRect/>
          </a:stretch>
        </p:blipFill>
        <p:spPr>
          <a:xfrm>
            <a:off x="3623310" y="873760"/>
            <a:ext cx="4199255" cy="511048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60000">
            <a:off x="6695440" y="1076325"/>
            <a:ext cx="883285" cy="13925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rcRect r="85637"/>
          <a:stretch>
            <a:fillRect/>
          </a:stretch>
        </p:blipFill>
        <p:spPr>
          <a:xfrm rot="1440000" flipH="1">
            <a:off x="9815195" y="3313430"/>
            <a:ext cx="380365" cy="12909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 l="28231" r="57775"/>
          <a:stretch>
            <a:fillRect/>
          </a:stretch>
        </p:blipFill>
        <p:spPr>
          <a:xfrm rot="7080000" flipH="1">
            <a:off x="10135235" y="4494530"/>
            <a:ext cx="271780" cy="9467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460000" flipV="1">
            <a:off x="6558280" y="767080"/>
            <a:ext cx="855980" cy="6064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195" y="988060"/>
            <a:ext cx="2825115" cy="1950720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/>
          <a:srcRect t="-805" b="-1133"/>
          <a:stretch>
            <a:fillRect/>
          </a:stretch>
        </p:blipFill>
        <p:spPr>
          <a:xfrm>
            <a:off x="4567555" y="776605"/>
            <a:ext cx="4199255" cy="51104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60000">
            <a:off x="7639685" y="979170"/>
            <a:ext cx="883285" cy="139255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460000" flipV="1">
            <a:off x="7502525" y="669925"/>
            <a:ext cx="855980" cy="606425"/>
          </a:xfrm>
          <a:prstGeom prst="rect">
            <a:avLst/>
          </a:prstGeom>
        </p:spPr>
      </p:pic>
      <p:pic>
        <p:nvPicPr>
          <p:cNvPr id="17" name="Content Placeholder 3"/>
          <p:cNvPicPr>
            <a:picLocks noChangeAspect="1"/>
          </p:cNvPicPr>
          <p:nvPr/>
        </p:nvPicPr>
        <p:blipFill>
          <a:blip r:embed="rId3"/>
          <a:srcRect t="-805" b="-1133"/>
          <a:stretch>
            <a:fillRect/>
          </a:stretch>
        </p:blipFill>
        <p:spPr>
          <a:xfrm>
            <a:off x="4606925" y="691515"/>
            <a:ext cx="4199255" cy="511048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60000">
            <a:off x="7679055" y="894080"/>
            <a:ext cx="883285" cy="13925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460000" flipV="1">
            <a:off x="7541895" y="584835"/>
            <a:ext cx="855980" cy="606425"/>
          </a:xfrm>
          <a:prstGeom prst="rect">
            <a:avLst/>
          </a:prstGeom>
        </p:spPr>
      </p:pic>
      <p:pic>
        <p:nvPicPr>
          <p:cNvPr id="20" name="Content Placeholder 3"/>
          <p:cNvPicPr>
            <a:picLocks noChangeAspect="1"/>
          </p:cNvPicPr>
          <p:nvPr/>
        </p:nvPicPr>
        <p:blipFill>
          <a:blip r:embed="rId3"/>
          <a:srcRect t="-805" b="-1133"/>
          <a:stretch>
            <a:fillRect/>
          </a:stretch>
        </p:blipFill>
        <p:spPr>
          <a:xfrm>
            <a:off x="4690110" y="720725"/>
            <a:ext cx="4199255" cy="511048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60000">
            <a:off x="7762240" y="923290"/>
            <a:ext cx="883285" cy="139255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460000" flipV="1">
            <a:off x="7625080" y="614045"/>
            <a:ext cx="855980" cy="606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rcRect l="57775" r="30311"/>
          <a:stretch>
            <a:fillRect/>
          </a:stretch>
        </p:blipFill>
        <p:spPr>
          <a:xfrm rot="18300000">
            <a:off x="8600440" y="3451860"/>
            <a:ext cx="332740" cy="13627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rcRect l="71244" r="16317"/>
          <a:stretch>
            <a:fillRect/>
          </a:stretch>
        </p:blipFill>
        <p:spPr>
          <a:xfrm rot="13380000">
            <a:off x="8841105" y="4604385"/>
            <a:ext cx="299720" cy="11760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599815" y="984885"/>
            <a:ext cx="1367155" cy="949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WPS Presentation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Robot Cale Assembly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Nicolas Miranda</dc:creator>
  <cp:lastModifiedBy>Nicolas Miranda</cp:lastModifiedBy>
  <cp:revision>9</cp:revision>
  <dcterms:created xsi:type="dcterms:W3CDTF">2025-07-23T00:59:00Z</dcterms:created>
  <dcterms:modified xsi:type="dcterms:W3CDTF">2025-10-29T15:06:29Z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F85C8957CCEB4A7DAC285B6E33E40F5D_11</vt:lpwstr>
  </property>
  <property fmtid="{D5CDD505-2E9C-101B-9397-08002B2CF9AE}" pid="3" name="KSOProductBuildVer">
    <vt:lpwstr>1033-12.2.0.23131</vt:lpwstr>
  </property>
</Properties>
</file>